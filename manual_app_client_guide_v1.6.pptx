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6382512" y="960120"/>
            <a:ext cx="2139696" cy="3200400"/>
          </a:xfrm>
          <a:prstGeom prst="rect">
            <a:avLst/>
          </a:prstGeom>
          <a:solidFill>
            <a:srgbClr val="1A1F36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92240" y="1097280"/>
            <a:ext cx="1920240" cy="2926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0" y="1005840"/>
            <a:ext cx="640080" cy="54864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6" name="Shape 4"/>
          <p:cNvSpPr/>
          <p:nvPr/>
        </p:nvSpPr>
        <p:spPr>
          <a:xfrm>
            <a:off x="6492240" y="1097280"/>
            <a:ext cx="192024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0" y="10972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マニュアル作成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7132320" y="1645920"/>
            <a:ext cx="640080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0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766560" y="2651760"/>
            <a:ext cx="137160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0" y="2651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＋ 新規作成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766560" y="3017520"/>
            <a:ext cx="13716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0" y="3017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読込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675120" y="3474720"/>
            <a:ext cx="1554480" cy="182880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15" name="Shape 13"/>
          <p:cNvSpPr/>
          <p:nvPr/>
        </p:nvSpPr>
        <p:spPr>
          <a:xfrm>
            <a:off x="6675120" y="3703320"/>
            <a:ext cx="1554480" cy="182880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12801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マニュアル作成アプリ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548640" y="20116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ご紹介資料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548640" y="2651760"/>
            <a:ext cx="2743200" cy="0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880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業務マニュアルをスマホで簡単に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8640" y="3246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テンプレート × 写真 × PDF出力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2026年4月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Before → After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紙のマニュアル作成から、スマホで3分に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321040" y="480060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365760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097280"/>
            <a:ext cx="3657600" cy="54864"/>
          </a:xfrm>
          <a:prstGeom prst="rect">
            <a:avLst/>
          </a:prstGeom>
          <a:solidFill>
            <a:srgbClr val="8896A7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234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😰  BEFORE（今までの方法）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" y="1737360"/>
            <a:ext cx="320040" cy="320040"/>
          </a:xfrm>
          <a:prstGeom prst="ellipse">
            <a:avLst/>
          </a:prstGeom>
          <a:solidFill>
            <a:srgbClr val="8896A7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737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34440" y="171907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で Word や Excel を起動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34440" y="192024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時間がかかる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77240" y="2240280"/>
            <a:ext cx="320040" cy="320040"/>
          </a:xfrm>
          <a:prstGeom prst="ellipse">
            <a:avLst/>
          </a:prstGeom>
          <a:solidFill>
            <a:srgbClr val="8896A7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240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34440" y="222199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写真を別途撮影し、USB等で転送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34440" y="242316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面倒・漏れる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77240" y="2743200"/>
            <a:ext cx="320040" cy="320040"/>
          </a:xfrm>
          <a:prstGeom prst="ellipse">
            <a:avLst/>
          </a:prstGeom>
          <a:solidFill>
            <a:srgbClr val="8896A7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2743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34440" y="272491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写真を Word に貼り付け、サイズ調整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34440" y="292608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レイアウト崩れ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77240" y="3246120"/>
            <a:ext cx="320040" cy="320040"/>
          </a:xfrm>
          <a:prstGeom prst="ellipse">
            <a:avLst/>
          </a:prstGeom>
          <a:solidFill>
            <a:srgbClr val="8896A7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3246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34440" y="322783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説明文を手入力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234440" y="342900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タイピング時間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77240" y="3749040"/>
            <a:ext cx="320040" cy="320040"/>
          </a:xfrm>
          <a:prstGeom prst="ellipse">
            <a:avLst/>
          </a:prstGeom>
          <a:solidFill>
            <a:srgbClr val="8896A7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3749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234440" y="373075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印刷して配布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234440" y="393192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修正のたびに再配布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297680" y="2468880"/>
            <a:ext cx="457200" cy="914400"/>
          </a:xfrm>
          <a:prstGeom prst="rtTriangle">
            <a:avLst/>
          </a:prstGeom>
          <a:solidFill>
            <a:srgbClr val="0891B2"/>
          </a:solidFill>
          <a:ln/>
        </p:spPr>
      </p:sp>
      <p:sp>
        <p:nvSpPr>
          <p:cNvPr id="31" name="Text 29"/>
          <p:cNvSpPr/>
          <p:nvPr/>
        </p:nvSpPr>
        <p:spPr>
          <a:xfrm>
            <a:off x="4297680" y="246888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891B2"/>
                </a:solidFill>
              </a:rPr>
              <a:t>→</a:t>
            </a:r>
            <a:endParaRPr lang="en-US" sz="6000" dirty="0"/>
          </a:p>
        </p:txBody>
      </p:sp>
      <p:sp>
        <p:nvSpPr>
          <p:cNvPr id="32" name="Shape 30"/>
          <p:cNvSpPr/>
          <p:nvPr/>
        </p:nvSpPr>
        <p:spPr>
          <a:xfrm>
            <a:off x="4846320" y="1097280"/>
            <a:ext cx="374904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46320" y="1097280"/>
            <a:ext cx="37490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4" name="Text 32"/>
          <p:cNvSpPr/>
          <p:nvPr/>
        </p:nvSpPr>
        <p:spPr>
          <a:xfrm>
            <a:off x="5074920" y="1234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😊  AFTER（このアプリで）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074920" y="1737360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6" name="Text 34"/>
          <p:cNvSpPr/>
          <p:nvPr/>
        </p:nvSpPr>
        <p:spPr>
          <a:xfrm>
            <a:off x="5074920" y="1737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532120" y="171907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スマホでアプリ起動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532120" y="19202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タップ1回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074920" y="2240280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0" name="Text 38"/>
          <p:cNvSpPr/>
          <p:nvPr/>
        </p:nvSpPr>
        <p:spPr>
          <a:xfrm>
            <a:off x="5074920" y="2240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532120" y="22219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テンプレートを選ぶ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532120" y="242316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白紙から作らない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074920" y="2743200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4" name="Text 42"/>
          <p:cNvSpPr/>
          <p:nvPr/>
        </p:nvSpPr>
        <p:spPr>
          <a:xfrm>
            <a:off x="5074920" y="2743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532120" y="272491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カメラで撮影してそのまま貼付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532120" y="292608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転送不要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074920" y="3246120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8" name="Text 46"/>
          <p:cNvSpPr/>
          <p:nvPr/>
        </p:nvSpPr>
        <p:spPr>
          <a:xfrm>
            <a:off x="5074920" y="3246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532120" y="322783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音声入力で説明追加も可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532120" y="34290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話すだけ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074920" y="3749040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2" name="Text 50"/>
          <p:cNvSpPr/>
          <p:nvPr/>
        </p:nvSpPr>
        <p:spPr>
          <a:xfrm>
            <a:off x="5074920" y="3749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532120" y="373075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で保存・共有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532120" y="39319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メール1通で完了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3つのポイント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テンプレ × 写真 × PDF = カンタン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321040" y="480060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256032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097280"/>
            <a:ext cx="256032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Shape 7"/>
          <p:cNvSpPr/>
          <p:nvPr/>
        </p:nvSpPr>
        <p:spPr>
          <a:xfrm>
            <a:off x="1280160" y="1371600"/>
            <a:ext cx="1097280" cy="10972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13716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📋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548640" y="2606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テンプレから選ぶ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48640" y="3017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8業種 × 13テンプレ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97280" y="3383280"/>
            <a:ext cx="1463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47472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飲食・製造・清掃・医療・宿泊・建設・小売・教育の各業種向けテンプレートを用意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83280" y="1097280"/>
            <a:ext cx="256032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83280" y="1097280"/>
            <a:ext cx="25603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7" name="Shape 15"/>
          <p:cNvSpPr/>
          <p:nvPr/>
        </p:nvSpPr>
        <p:spPr>
          <a:xfrm>
            <a:off x="4114800" y="1371600"/>
            <a:ext cx="1097280" cy="10972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0" y="13716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📷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3383280" y="2606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撮ってそのまま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3383280" y="3017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スマホのカメラで撮影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931920" y="3383280"/>
            <a:ext cx="1463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66160" y="347472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カメラで撮った写真をすぐ貼り付け。写真に文字や矢印も書き込めます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17920" y="1097280"/>
            <a:ext cx="256032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17920" y="1097280"/>
            <a:ext cx="256032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Shape 23"/>
          <p:cNvSpPr/>
          <p:nvPr/>
        </p:nvSpPr>
        <p:spPr>
          <a:xfrm>
            <a:off x="6949440" y="1371600"/>
            <a:ext cx="1097280" cy="10972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6949440" y="13716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📄</a:t>
            </a:r>
            <a:endParaRPr lang="en-US" sz="4800" dirty="0"/>
          </a:p>
        </p:txBody>
      </p:sp>
      <p:sp>
        <p:nvSpPr>
          <p:cNvPr id="27" name="Text 25"/>
          <p:cNvSpPr/>
          <p:nvPr/>
        </p:nvSpPr>
        <p:spPr>
          <a:xfrm>
            <a:off x="6217920" y="2606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PDFで出力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217920" y="3017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A4/A3/B4 対応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766560" y="3383280"/>
            <a:ext cx="1463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347472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ダウンロード・印刷・メール添付で簡単共有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最短3ステップでマニュアルが完成します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こんな方に / 料金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ターゲットユーザー・ご利用料金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321040" y="480060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こんな方におすすめ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493776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5800" y="1453896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4538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👷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1371600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現場で作業手順を撮影しながらマニュアル化したい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1874520"/>
            <a:ext cx="493776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" y="1956816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19568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1874520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新人教育用の資料を手軽に準備したい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377440"/>
            <a:ext cx="493776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" y="2459736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24597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📑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2377440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紙のマニュアルをデジタル化したい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2880360"/>
            <a:ext cx="493776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" y="2962656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296265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🏪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51560" y="2880360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複数店舗で業務手順を統一したい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760720" y="1005840"/>
            <a:ext cx="283464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760720" y="1005840"/>
            <a:ext cx="28346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5989320" y="1143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ご利用料金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760720" y="160020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600" dirty="0"/>
          </a:p>
        </p:txBody>
      </p:sp>
      <p:sp>
        <p:nvSpPr>
          <p:cNvPr id="28" name="Text 26"/>
          <p:cNvSpPr/>
          <p:nvPr/>
        </p:nvSpPr>
        <p:spPr>
          <a:xfrm>
            <a:off x="5760720" y="26974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円 / 月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00800" y="3154680"/>
            <a:ext cx="1554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52160" y="32461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追加機器: 不要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852160" y="35204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専用ソフト: 不要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852160" y="37947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サーバー: 不要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760720" y="40690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お持ちのスマホで使える！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全体の流れ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最短3ステップでマニュアル作成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321040" y="480060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371600"/>
            <a:ext cx="14630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371600"/>
            <a:ext cx="146304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Shape 7"/>
          <p:cNvSpPr/>
          <p:nvPr/>
        </p:nvSpPr>
        <p:spPr>
          <a:xfrm>
            <a:off x="594360" y="160020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600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🏠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74320" y="2514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ホーム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" y="2788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アプリを開く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737360" y="196596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891B2"/>
                </a:solidFill>
              </a:rPr>
              <a:t>▶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057400" y="1371600"/>
            <a:ext cx="14630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057400" y="1371600"/>
            <a:ext cx="146304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6" name="Shape 14"/>
          <p:cNvSpPr/>
          <p:nvPr/>
        </p:nvSpPr>
        <p:spPr>
          <a:xfrm>
            <a:off x="2377440" y="160020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2377440" y="1600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🏭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2057400" y="2514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業種選択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057400" y="2788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8業種から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520440" y="196596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891B2"/>
                </a:solidFill>
              </a:rPr>
              <a:t>▶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840480" y="1371600"/>
            <a:ext cx="14630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840480" y="1371600"/>
            <a:ext cx="146304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3" name="Shape 21"/>
          <p:cNvSpPr/>
          <p:nvPr/>
        </p:nvSpPr>
        <p:spPr>
          <a:xfrm>
            <a:off x="4160520" y="1600200"/>
            <a:ext cx="822960" cy="8229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4" name="Text 22"/>
          <p:cNvSpPr/>
          <p:nvPr/>
        </p:nvSpPr>
        <p:spPr>
          <a:xfrm>
            <a:off x="4160520" y="1600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📋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3840480" y="2514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テンプレ選択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840480" y="2788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13種類から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303520" y="196596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891B2"/>
                </a:solidFill>
              </a:rPr>
              <a:t>▶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623560" y="1371600"/>
            <a:ext cx="14630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623560" y="1371600"/>
            <a:ext cx="14630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0" name="Shape 28"/>
          <p:cNvSpPr/>
          <p:nvPr/>
        </p:nvSpPr>
        <p:spPr>
          <a:xfrm>
            <a:off x="5943600" y="1600200"/>
            <a:ext cx="822960" cy="8229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0" y="1600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✏️</a:t>
            </a:r>
            <a:endParaRPr lang="en-US" sz="3400" dirty="0"/>
          </a:p>
        </p:txBody>
      </p:sp>
      <p:sp>
        <p:nvSpPr>
          <p:cNvPr id="32" name="Text 30"/>
          <p:cNvSpPr/>
          <p:nvPr/>
        </p:nvSpPr>
        <p:spPr>
          <a:xfrm>
            <a:off x="5623560" y="2514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編集する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623560" y="2788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写真＋文字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086600" y="196596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891B2"/>
                </a:solidFill>
              </a:rPr>
              <a:t>▶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406640" y="1371600"/>
            <a:ext cx="14630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406640" y="1371600"/>
            <a:ext cx="14630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7" name="Shape 35"/>
          <p:cNvSpPr/>
          <p:nvPr/>
        </p:nvSpPr>
        <p:spPr>
          <a:xfrm>
            <a:off x="7726680" y="1600200"/>
            <a:ext cx="822960" cy="8229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8" name="Text 36"/>
          <p:cNvSpPr/>
          <p:nvPr/>
        </p:nvSpPr>
        <p:spPr>
          <a:xfrm>
            <a:off x="7726680" y="1600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📄</a:t>
            </a:r>
            <a:endParaRPr lang="en-US" sz="3400" dirty="0"/>
          </a:p>
        </p:txBody>
      </p:sp>
      <p:sp>
        <p:nvSpPr>
          <p:cNvPr id="39" name="Text 37"/>
          <p:cNvSpPr/>
          <p:nvPr/>
        </p:nvSpPr>
        <p:spPr>
          <a:xfrm>
            <a:off x="7406640" y="2514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PDF出力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406640" y="2788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保存/印刷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48640" y="36576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保存済みのマニュアルを開く場合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48640" y="4023360"/>
            <a:ext cx="155448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548640" y="4023360"/>
            <a:ext cx="73152" cy="731520"/>
          </a:xfrm>
          <a:prstGeom prst="rect">
            <a:avLst/>
          </a:prstGeom>
          <a:solidFill>
            <a:srgbClr val="8896A7"/>
          </a:solidFill>
          <a:ln/>
        </p:spPr>
      </p:sp>
      <p:sp>
        <p:nvSpPr>
          <p:cNvPr id="44" name="Text 42"/>
          <p:cNvSpPr/>
          <p:nvPr/>
        </p:nvSpPr>
        <p:spPr>
          <a:xfrm>
            <a:off x="640080" y="411480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🏠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1051560" y="402336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ホーム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2103120" y="41148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6A7"/>
                </a:solidFill>
              </a:rPr>
              <a:t>→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2377440" y="4023360"/>
            <a:ext cx="155448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2377440" y="4023360"/>
            <a:ext cx="73152" cy="731520"/>
          </a:xfrm>
          <a:prstGeom prst="rect">
            <a:avLst/>
          </a:prstGeom>
          <a:solidFill>
            <a:srgbClr val="8896A7"/>
          </a:solidFill>
          <a:ln/>
        </p:spPr>
      </p:sp>
      <p:sp>
        <p:nvSpPr>
          <p:cNvPr id="49" name="Text 47"/>
          <p:cNvSpPr/>
          <p:nvPr/>
        </p:nvSpPr>
        <p:spPr>
          <a:xfrm>
            <a:off x="2468880" y="411480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📂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2880360" y="402336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ファイル一覧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3931920" y="41148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6A7"/>
                </a:solidFill>
              </a:rPr>
              <a:t>→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4206240" y="4023360"/>
            <a:ext cx="155448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206240" y="4023360"/>
            <a:ext cx="73152" cy="731520"/>
          </a:xfrm>
          <a:prstGeom prst="rect">
            <a:avLst/>
          </a:prstGeom>
          <a:solidFill>
            <a:srgbClr val="8896A7"/>
          </a:solidFill>
          <a:ln/>
        </p:spPr>
      </p:sp>
      <p:sp>
        <p:nvSpPr>
          <p:cNvPr id="54" name="Text 52"/>
          <p:cNvSpPr/>
          <p:nvPr/>
        </p:nvSpPr>
        <p:spPr>
          <a:xfrm>
            <a:off x="4297680" y="411480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✏️</a:t>
            </a:r>
            <a:endParaRPr lang="en-US" sz="2200" dirty="0"/>
          </a:p>
        </p:txBody>
      </p:sp>
      <p:sp>
        <p:nvSpPr>
          <p:cNvPr id="55" name="Text 53"/>
          <p:cNvSpPr/>
          <p:nvPr/>
        </p:nvSpPr>
        <p:spPr>
          <a:xfrm>
            <a:off x="4709160" y="402336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編集する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ホーム画面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アプリを開いた最初の画面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321040" y="480060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41248" y="1078992"/>
            <a:ext cx="2523744" cy="3694176"/>
          </a:xfrm>
          <a:prstGeom prst="rect">
            <a:avLst/>
          </a:prstGeom>
          <a:solidFill>
            <a:srgbClr val="1A1F36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1188720"/>
            <a:ext cx="2377440" cy="3474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1783080" y="1115568"/>
            <a:ext cx="640080" cy="4572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1188720"/>
            <a:ext cx="237744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11887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マニュアル作成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737360" y="1874520"/>
            <a:ext cx="731520" cy="7315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1737360" y="1874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914400" y="26974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マニュアル作成アプリ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188720" y="3063240"/>
            <a:ext cx="1828800" cy="3657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1188720" y="3063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＋ 新規作成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188720" y="3520440"/>
            <a:ext cx="1828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88720" y="3520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ファイル読み込み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88720" y="39776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最近のファイル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188720" y="4206240"/>
            <a:ext cx="1828800" cy="228600"/>
          </a:xfrm>
          <a:prstGeom prst="rect">
            <a:avLst/>
          </a:prstGeom>
          <a:solidFill>
            <a:srgbClr val="F6F8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34440" y="42062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客室清掃マニュアル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3200400" y="3063240"/>
            <a:ext cx="1097280" cy="-45720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97680" y="1737360"/>
            <a:ext cx="41148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297680" y="1737360"/>
            <a:ext cx="73152" cy="7315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5" name="Text 23"/>
          <p:cNvSpPr/>
          <p:nvPr/>
        </p:nvSpPr>
        <p:spPr>
          <a:xfrm>
            <a:off x="4480560" y="1783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新規作成ボタン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480560" y="21031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新しいマニュアルを作り始める時にタップ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0" y="3703320"/>
            <a:ext cx="109728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97680" y="2606040"/>
            <a:ext cx="41148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297680" y="2606040"/>
            <a:ext cx="73152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0" name="Text 28"/>
          <p:cNvSpPr/>
          <p:nvPr/>
        </p:nvSpPr>
        <p:spPr>
          <a:xfrm>
            <a:off x="4480560" y="2651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ファイル読み込み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480560" y="29718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以前作ったマニュアルを開く時にタップ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0" y="4297680"/>
            <a:ext cx="1097280" cy="45720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297680" y="3474720"/>
            <a:ext cx="41148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297680" y="3474720"/>
            <a:ext cx="73152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4480560" y="3520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最近のファイル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480560" y="38404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直近5件のマニュアルがすぐ開ける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業種を選んでテンプレート選択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業種ごとの専用テンプレート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321040" y="480060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05156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051560"/>
            <a:ext cx="393192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8つの業種から選択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1645920"/>
            <a:ext cx="1645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67335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🍽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22960" y="20116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飲食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06040" y="1645920"/>
            <a:ext cx="1645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06040" y="167335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🏭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606040" y="20116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製造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2960" y="2359152"/>
            <a:ext cx="1645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2386584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🧹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22960" y="272491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清掃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606040" y="2359152"/>
            <a:ext cx="1645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06040" y="2386584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🏥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2606040" y="272491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医療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22960" y="3072384"/>
            <a:ext cx="1645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3099816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🏨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22960" y="343814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宿泊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606040" y="3072384"/>
            <a:ext cx="1645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06040" y="3099816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🏗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2606040" y="343814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建設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22960" y="3785616"/>
            <a:ext cx="1645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381304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🛒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822960" y="415137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小売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606040" y="3785616"/>
            <a:ext cx="1645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06040" y="381304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📚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2606040" y="415137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教育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26280" y="25603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891B2"/>
                </a:solidFill>
              </a:rPr>
              <a:t>→</a:t>
            </a:r>
            <a:endParaRPr lang="en-US" sz="3200" dirty="0"/>
          </a:p>
        </p:txBody>
      </p:sp>
      <p:sp>
        <p:nvSpPr>
          <p:cNvPr id="35" name="Shape 33"/>
          <p:cNvSpPr/>
          <p:nvPr/>
        </p:nvSpPr>
        <p:spPr>
          <a:xfrm>
            <a:off x="4937760" y="1051560"/>
            <a:ext cx="365760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937760" y="1051560"/>
            <a:ext cx="36576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7" name="Text 35"/>
          <p:cNvSpPr/>
          <p:nvPr/>
        </p:nvSpPr>
        <p:spPr>
          <a:xfrm>
            <a:off x="5166360" y="1188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選んだ業種のテンプレート一覧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166360" y="1554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例：飲食業を選んだ場合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166360" y="1920240"/>
            <a:ext cx="3200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5780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5760720" y="199339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基本手順書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760720" y="22402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写真付き手順書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166360" y="2697480"/>
            <a:ext cx="3200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25780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5760720" y="27706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衛生チェックリスト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760720" y="30175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HACCP対応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166360" y="3474720"/>
            <a:ext cx="3200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57800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🍳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5760720" y="354787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レシピカード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760720" y="37947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料理手順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マニュアル編集画面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アプリの中心となる画面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321040" y="480060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58368" y="941832"/>
            <a:ext cx="2889504" cy="3877056"/>
          </a:xfrm>
          <a:prstGeom prst="rect">
            <a:avLst/>
          </a:prstGeom>
          <a:solidFill>
            <a:srgbClr val="1A1F36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051560"/>
            <a:ext cx="2743200" cy="3657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1783080" y="978408"/>
            <a:ext cx="640080" cy="4572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1051560"/>
            <a:ext cx="274320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051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編集画面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31520" y="1417320"/>
            <a:ext cx="27432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14173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基本手順書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60320" y="1463040"/>
            <a:ext cx="365760" cy="2011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2560320" y="1463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保存</a:t>
            </a:r>
            <a:endParaRPr lang="en-US" sz="600" dirty="0"/>
          </a:p>
        </p:txBody>
      </p:sp>
      <p:sp>
        <p:nvSpPr>
          <p:cNvPr id="16" name="Shape 14"/>
          <p:cNvSpPr/>
          <p:nvPr/>
        </p:nvSpPr>
        <p:spPr>
          <a:xfrm>
            <a:off x="2971800" y="1463040"/>
            <a:ext cx="365760" cy="2011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2971800" y="1463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731520" y="1737360"/>
            <a:ext cx="2743200" cy="731520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1783080"/>
            <a:ext cx="3200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1783080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📷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179576" y="1783080"/>
            <a:ext cx="3200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79576" y="1783080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📷+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536192" y="1783080"/>
            <a:ext cx="3200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536192" y="1783080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🖼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92808" y="1783080"/>
            <a:ext cx="3200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92808" y="1783080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Aa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249424" y="1783080"/>
            <a:ext cx="3200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49424" y="1783080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🎤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606040" y="1783080"/>
            <a:ext cx="3200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06040" y="1783080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🔳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962656" y="1783080"/>
            <a:ext cx="3200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62656" y="1783080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✏️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22960" y="2121408"/>
            <a:ext cx="3200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" y="2121408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🔍+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179576" y="2121408"/>
            <a:ext cx="3200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79576" y="2121408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🔍-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536192" y="2121408"/>
            <a:ext cx="3200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536192" y="2121408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↩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892808" y="2121408"/>
            <a:ext cx="3200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892808" y="2121408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↪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249424" y="2121408"/>
            <a:ext cx="3200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249424" y="2121408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🗑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31520" y="2496312"/>
            <a:ext cx="2743200" cy="1737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Shape 42"/>
          <p:cNvSpPr/>
          <p:nvPr/>
        </p:nvSpPr>
        <p:spPr>
          <a:xfrm>
            <a:off x="822960" y="2606040"/>
            <a:ext cx="2560320" cy="1554480"/>
          </a:xfrm>
          <a:prstGeom prst="rect">
            <a:avLst/>
          </a:prstGeom>
          <a:solidFill>
            <a:srgbClr val="F8FAFC"/>
          </a:solidFill>
          <a:ln w="12700">
            <a:solidFill>
              <a:srgbClr val="0891B2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>
            <a:off x="1005840" y="2743200"/>
            <a:ext cx="1005840" cy="640080"/>
          </a:xfrm>
          <a:prstGeom prst="rect">
            <a:avLst/>
          </a:prstGeom>
          <a:solidFill>
            <a:srgbClr val="E8F4FD"/>
          </a:solidFill>
          <a:ln w="12700">
            <a:solidFill>
              <a:srgbClr val="0891B2"/>
            </a:solidFill>
            <a:prstDash val="dash"/>
          </a:ln>
        </p:spPr>
      </p:sp>
      <p:sp>
        <p:nvSpPr>
          <p:cNvPr id="46" name="Text 44"/>
          <p:cNvSpPr/>
          <p:nvPr/>
        </p:nvSpPr>
        <p:spPr>
          <a:xfrm>
            <a:off x="1005840" y="274320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65A82"/>
                </a:solidFill>
              </a:rPr>
              <a:t>📷 写真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1005840" y="342900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手順1: ここに説明文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731520" y="4251960"/>
            <a:ext cx="2743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68680" y="4297680"/>
            <a:ext cx="320040" cy="365760"/>
          </a:xfrm>
          <a:prstGeom prst="rect">
            <a:avLst/>
          </a:prstGeom>
          <a:solidFill>
            <a:srgbClr val="E8F4FD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68680" y="429768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1325880" y="4297680"/>
            <a:ext cx="3200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325880" y="429768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1783080" y="4297680"/>
            <a:ext cx="3200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783080" y="429768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331720" y="429768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4114800" y="1097280"/>
            <a:ext cx="45720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4114800" y="1097280"/>
            <a:ext cx="73152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8" name="Text 56"/>
          <p:cNvSpPr/>
          <p:nvPr/>
        </p:nvSpPr>
        <p:spPr>
          <a:xfrm>
            <a:off x="4297680" y="1143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❶ 上部バー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4297680" y="14173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タイトル入力・保存・PDF出力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520440" y="1325880"/>
            <a:ext cx="548640" cy="45720"/>
          </a:xfrm>
          <a:prstGeom prst="line">
            <a:avLst/>
          </a:prstGeom>
          <a:noFill/>
          <a:ln w="19050">
            <a:solidFill>
              <a:srgbClr val="1E2761"/>
            </a:solidFill>
            <a:prstDash val="dash"/>
          </a:ln>
        </p:spPr>
      </p:sp>
      <p:sp>
        <p:nvSpPr>
          <p:cNvPr id="61" name="Shape 59"/>
          <p:cNvSpPr/>
          <p:nvPr/>
        </p:nvSpPr>
        <p:spPr>
          <a:xfrm>
            <a:off x="4114800" y="1828800"/>
            <a:ext cx="45720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4114800" y="1828800"/>
            <a:ext cx="73152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3" name="Text 61"/>
          <p:cNvSpPr/>
          <p:nvPr/>
        </p:nvSpPr>
        <p:spPr>
          <a:xfrm>
            <a:off x="4297680" y="1874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❷ ツールバー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4297680" y="21488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写真/文字/QR/手描き等 12個のボタン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3520440" y="2011680"/>
            <a:ext cx="548640" cy="91440"/>
          </a:xfrm>
          <a:prstGeom prst="line">
            <a:avLst/>
          </a:prstGeom>
          <a:noFill/>
          <a:ln w="19050">
            <a:solidFill>
              <a:srgbClr val="065A82"/>
            </a:solidFill>
            <a:prstDash val="dash"/>
          </a:ln>
        </p:spPr>
      </p:sp>
      <p:sp>
        <p:nvSpPr>
          <p:cNvPr id="66" name="Shape 64"/>
          <p:cNvSpPr/>
          <p:nvPr/>
        </p:nvSpPr>
        <p:spPr>
          <a:xfrm>
            <a:off x="4114800" y="2743200"/>
            <a:ext cx="45720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4114800" y="2743200"/>
            <a:ext cx="73152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8" name="Text 66"/>
          <p:cNvSpPr/>
          <p:nvPr/>
        </p:nvSpPr>
        <p:spPr>
          <a:xfrm>
            <a:off x="4297680" y="27889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❸ 編集エリア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4297680" y="30632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紙のイメージで写真・文字を自由配置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3520440" y="2834640"/>
            <a:ext cx="548640" cy="182880"/>
          </a:xfrm>
          <a:prstGeom prst="line">
            <a:avLst/>
          </a:prstGeom>
          <a:noFill/>
          <a:ln w="19050">
            <a:solidFill>
              <a:srgbClr val="0891B2"/>
            </a:solidFill>
            <a:prstDash val="dash"/>
          </a:ln>
        </p:spPr>
      </p:sp>
      <p:sp>
        <p:nvSpPr>
          <p:cNvPr id="71" name="Shape 69"/>
          <p:cNvSpPr/>
          <p:nvPr/>
        </p:nvSpPr>
        <p:spPr>
          <a:xfrm>
            <a:off x="4114800" y="4023360"/>
            <a:ext cx="45720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4114800" y="4023360"/>
            <a:ext cx="73152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3" name="Text 71"/>
          <p:cNvSpPr/>
          <p:nvPr/>
        </p:nvSpPr>
        <p:spPr>
          <a:xfrm>
            <a:off x="4297680" y="40690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❹ ページ一覧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4297680" y="43434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ページ切替・追加・削除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3520440" y="4389120"/>
            <a:ext cx="548640" cy="-91440"/>
          </a:xfrm>
          <a:prstGeom prst="line">
            <a:avLst/>
          </a:prstGeom>
          <a:noFill/>
          <a:ln w="19050">
            <a:solidFill>
              <a:srgbClr val="10B981"/>
            </a:solidFill>
            <a:prstDash val="dash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ツールバーの12ボタン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2行に整理された操作ボタン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321040" y="480060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051560"/>
            <a:ext cx="8046720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05156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Row 1: コンテンツを追加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417320"/>
            <a:ext cx="10972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15087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011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写真を追加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22860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カメラ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フォルダ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700784" y="1417320"/>
            <a:ext cx="10972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020824" y="15087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2020824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📷+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700784" y="2011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編集して追加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746504" y="22860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写真に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文字・図形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852928" y="1417320"/>
            <a:ext cx="10972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72968" y="15087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3172968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852928" y="2011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画像を編集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898648" y="22860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既存写真を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再編集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005072" y="1417320"/>
            <a:ext cx="10972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325112" y="15087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4325112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005072" y="2011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テキスト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050792" y="22860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文字入力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配置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157216" y="1417320"/>
            <a:ext cx="10972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77256" y="15087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1" name="Text 29"/>
          <p:cNvSpPr/>
          <p:nvPr/>
        </p:nvSpPr>
        <p:spPr>
          <a:xfrm>
            <a:off x="5477256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157216" y="2011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音声入力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202936" y="22860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話して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文字化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309360" y="1417320"/>
            <a:ext cx="10972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629400" y="15087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6" name="Text 34"/>
          <p:cNvSpPr/>
          <p:nvPr/>
        </p:nvSpPr>
        <p:spPr>
          <a:xfrm>
            <a:off x="662940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🔳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309360" y="2011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QRコード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355080" y="22860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URL埋込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461504" y="1417320"/>
            <a:ext cx="10972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781544" y="15087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1" name="Text 39"/>
          <p:cNvSpPr/>
          <p:nvPr/>
        </p:nvSpPr>
        <p:spPr>
          <a:xfrm>
            <a:off x="7781544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461504" y="2011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手描き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507224" y="22860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指で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描画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48640" y="3063240"/>
            <a:ext cx="8046720" cy="2926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5" name="Text 43"/>
          <p:cNvSpPr/>
          <p:nvPr/>
        </p:nvSpPr>
        <p:spPr>
          <a:xfrm>
            <a:off x="685800" y="306324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Row 2: 表示・編集操作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48640" y="3429000"/>
            <a:ext cx="15544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1097280" y="352044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48" name="Text 46"/>
          <p:cNvSpPr/>
          <p:nvPr/>
        </p:nvSpPr>
        <p:spPr>
          <a:xfrm>
            <a:off x="109728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🔍+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548640" y="40233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拡大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2176272" y="3429000"/>
            <a:ext cx="15544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2724912" y="352044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52" name="Text 50"/>
          <p:cNvSpPr/>
          <p:nvPr/>
        </p:nvSpPr>
        <p:spPr>
          <a:xfrm>
            <a:off x="2724912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🔍−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2176272" y="40233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縮小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3803904" y="3429000"/>
            <a:ext cx="15544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352544" y="352044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56" name="Text 54"/>
          <p:cNvSpPr/>
          <p:nvPr/>
        </p:nvSpPr>
        <p:spPr>
          <a:xfrm>
            <a:off x="4352544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3803904" y="40233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元に戻す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5431536" y="3429000"/>
            <a:ext cx="15544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5980176" y="352044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60" name="Text 58"/>
          <p:cNvSpPr/>
          <p:nvPr/>
        </p:nvSpPr>
        <p:spPr>
          <a:xfrm>
            <a:off x="5980176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↪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5431536" y="40233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やり直す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7059168" y="3429000"/>
            <a:ext cx="15544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7607808" y="352044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64" name="Text 62"/>
          <p:cNvSpPr/>
          <p:nvPr/>
        </p:nvSpPr>
        <p:spPr>
          <a:xfrm>
            <a:off x="7607808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7059168" y="40233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削除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写真を撮って貼り付け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撮影 → 編集 → 配置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321040" y="480060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25603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097280"/>
            <a:ext cx="256032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1887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188720" y="1554480"/>
            <a:ext cx="1280160" cy="12801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155448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dirty="0">
                <a:solidFill>
                  <a:srgbClr val="000000"/>
                </a:solidFill>
              </a:rPr>
              <a:t>📷</a:t>
            </a:r>
            <a:endParaRPr lang="en-US" sz="5000" dirty="0"/>
          </a:p>
        </p:txBody>
      </p:sp>
      <p:sp>
        <p:nvSpPr>
          <p:cNvPr id="12" name="Text 10"/>
          <p:cNvSpPr/>
          <p:nvPr/>
        </p:nvSpPr>
        <p:spPr>
          <a:xfrm>
            <a:off x="548640" y="2926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撮影する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2461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スマホのカメラで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作業の写真を撮影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108960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891B2"/>
                </a:solidFill>
              </a:rPr>
              <a:t>→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3383280" y="1097280"/>
            <a:ext cx="25603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83280" y="1097280"/>
            <a:ext cx="25603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3383280" y="11887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749040" y="1554480"/>
            <a:ext cx="1828800" cy="12801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9" name="Text 17"/>
          <p:cNvSpPr/>
          <p:nvPr/>
        </p:nvSpPr>
        <p:spPr>
          <a:xfrm>
            <a:off x="3749040" y="155448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写真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840480" y="16916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EF3C7"/>
                </a:solidFill>
              </a:rPr>
              <a:t>→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4297680" y="2286000"/>
            <a:ext cx="1097280" cy="2743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4297680" y="2286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ここ注意！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83280" y="2926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編集する（任意）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74720" y="32461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文字・矢印・図形で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要点を強調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43600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891B2"/>
                </a:solidFill>
              </a:rPr>
              <a:t>→</a:t>
            </a:r>
            <a:endParaRPr lang="en-US" sz="2800" dirty="0"/>
          </a:p>
        </p:txBody>
      </p:sp>
      <p:sp>
        <p:nvSpPr>
          <p:cNvPr id="26" name="Shape 24"/>
          <p:cNvSpPr/>
          <p:nvPr/>
        </p:nvSpPr>
        <p:spPr>
          <a:xfrm>
            <a:off x="6217920" y="1097280"/>
            <a:ext cx="237744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17920" y="1097280"/>
            <a:ext cx="23774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6217920" y="11887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583680" y="1554480"/>
            <a:ext cx="16459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75120" y="1645920"/>
            <a:ext cx="822960" cy="6400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1" name="Text 29"/>
          <p:cNvSpPr/>
          <p:nvPr/>
        </p:nvSpPr>
        <p:spPr>
          <a:xfrm>
            <a:off x="6766560" y="1783080"/>
            <a:ext cx="228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EF3C7"/>
                </a:solidFill>
              </a:rPr>
              <a:t>→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675120" y="2331720"/>
            <a:ext cx="1463040" cy="7315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3" name="Shape 31"/>
          <p:cNvSpPr/>
          <p:nvPr/>
        </p:nvSpPr>
        <p:spPr>
          <a:xfrm>
            <a:off x="6675120" y="2468880"/>
            <a:ext cx="1463040" cy="7315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4" name="Shape 32"/>
          <p:cNvSpPr/>
          <p:nvPr/>
        </p:nvSpPr>
        <p:spPr>
          <a:xfrm>
            <a:off x="6675120" y="2606040"/>
            <a:ext cx="1097280" cy="7315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5" name="Text 33"/>
          <p:cNvSpPr/>
          <p:nvPr/>
        </p:nvSpPr>
        <p:spPr>
          <a:xfrm>
            <a:off x="6217920" y="2926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マニュアルに追加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309360" y="32461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ページに自動配置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位置・サイズも調整可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48640" y="4114800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48640" y="4114800"/>
            <a:ext cx="73152" cy="685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9" name="Text 37"/>
          <p:cNvSpPr/>
          <p:nvPr/>
        </p:nvSpPr>
        <p:spPr>
          <a:xfrm>
            <a:off x="777240" y="41605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撮影からマニュアル掲載までスマホ1台で完結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77240" y="44348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PCへの転送・写真の加工ソフト・印刷ソフトなど他のツールは一切不要です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写真の編集機能（Instagram風）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写真の上に文字・図形を自由に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321040" y="480060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051560"/>
            <a:ext cx="411480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051560"/>
            <a:ext cx="73152" cy="36576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編集の例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1600200"/>
            <a:ext cx="3657600" cy="27432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60020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（作業中の写真）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EF4444"/>
                </a:solidFill>
              </a:rPr>
              <a:t>➡</a:t>
            </a:r>
            <a:endParaRPr lang="en-US" sz="4000" dirty="0"/>
          </a:p>
        </p:txBody>
      </p:sp>
      <p:sp>
        <p:nvSpPr>
          <p:cNvPr id="13" name="Shape 11"/>
          <p:cNvSpPr/>
          <p:nvPr/>
        </p:nvSpPr>
        <p:spPr>
          <a:xfrm>
            <a:off x="1554480" y="2011680"/>
            <a:ext cx="1645920" cy="32004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4" name="Text 12"/>
          <p:cNvSpPr/>
          <p:nvPr/>
        </p:nvSpPr>
        <p:spPr>
          <a:xfrm>
            <a:off x="1554480" y="20116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ここを押す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383280" y="2926080"/>
            <a:ext cx="822960" cy="822960"/>
          </a:xfrm>
          <a:prstGeom prst="ellipse">
            <a:avLst/>
          </a:prstGeom>
          <a:ln w="508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474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0B981"/>
                </a:solidFill>
              </a:rPr>
              <a:t>★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347472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10B981"/>
                </a:solidFill>
              </a:rPr>
              <a:t>✓</a:t>
            </a:r>
            <a:endParaRPr lang="en-US" sz="4000" dirty="0"/>
          </a:p>
        </p:txBody>
      </p:sp>
      <p:sp>
        <p:nvSpPr>
          <p:cNvPr id="18" name="Shape 16"/>
          <p:cNvSpPr/>
          <p:nvPr/>
        </p:nvSpPr>
        <p:spPr>
          <a:xfrm>
            <a:off x="4846320" y="1051560"/>
            <a:ext cx="374904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1051560"/>
            <a:ext cx="73152" cy="36576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5074920" y="1188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追加できる要素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74920" y="1600200"/>
            <a:ext cx="256032" cy="25603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5074920" y="16002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94960" y="16002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テキスト（6サイズ）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720840" y="1600200"/>
            <a:ext cx="256032" cy="25603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5" name="Text 23"/>
          <p:cNvSpPr/>
          <p:nvPr/>
        </p:nvSpPr>
        <p:spPr>
          <a:xfrm>
            <a:off x="6720840" y="16002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➡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040880" y="16002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矢印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74920" y="1947672"/>
            <a:ext cx="256032" cy="25603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8" name="Text 26"/>
          <p:cNvSpPr/>
          <p:nvPr/>
        </p:nvSpPr>
        <p:spPr>
          <a:xfrm>
            <a:off x="5074920" y="194767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━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94960" y="194767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線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720840" y="1947672"/>
            <a:ext cx="256032" cy="25603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1" name="Text 29"/>
          <p:cNvSpPr/>
          <p:nvPr/>
        </p:nvSpPr>
        <p:spPr>
          <a:xfrm>
            <a:off x="6720840" y="194767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040880" y="194767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丸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074920" y="2295144"/>
            <a:ext cx="256032" cy="25603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4" name="Text 32"/>
          <p:cNvSpPr/>
          <p:nvPr/>
        </p:nvSpPr>
        <p:spPr>
          <a:xfrm>
            <a:off x="5074920" y="229514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▢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94960" y="229514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四角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720840" y="2295144"/>
            <a:ext cx="256032" cy="25603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7" name="Text 35"/>
          <p:cNvSpPr/>
          <p:nvPr/>
        </p:nvSpPr>
        <p:spPr>
          <a:xfrm>
            <a:off x="6720840" y="229514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040880" y="229514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三角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074920" y="2642616"/>
            <a:ext cx="256032" cy="25603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40" name="Text 38"/>
          <p:cNvSpPr/>
          <p:nvPr/>
        </p:nvSpPr>
        <p:spPr>
          <a:xfrm>
            <a:off x="5074920" y="264261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394960" y="264261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星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720840" y="2642616"/>
            <a:ext cx="256032" cy="25603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43" name="Text 41"/>
          <p:cNvSpPr/>
          <p:nvPr/>
        </p:nvSpPr>
        <p:spPr>
          <a:xfrm>
            <a:off x="6720840" y="264261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040880" y="264261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チェックマーク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074920" y="32918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7色のカラー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120640" y="3611880"/>
            <a:ext cx="320040" cy="3200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7" name="Shape 45"/>
          <p:cNvSpPr/>
          <p:nvPr/>
        </p:nvSpPr>
        <p:spPr>
          <a:xfrm>
            <a:off x="5532120" y="3611880"/>
            <a:ext cx="320040" cy="3200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48" name="Shape 46"/>
          <p:cNvSpPr/>
          <p:nvPr/>
        </p:nvSpPr>
        <p:spPr>
          <a:xfrm>
            <a:off x="5943600" y="3611880"/>
            <a:ext cx="320040" cy="32004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49" name="Shape 47"/>
          <p:cNvSpPr/>
          <p:nvPr/>
        </p:nvSpPr>
        <p:spPr>
          <a:xfrm>
            <a:off x="6355080" y="3611880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0" name="Shape 48"/>
          <p:cNvSpPr/>
          <p:nvPr/>
        </p:nvSpPr>
        <p:spPr>
          <a:xfrm>
            <a:off x="6766560" y="361188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51" name="Shape 49"/>
          <p:cNvSpPr/>
          <p:nvPr/>
        </p:nvSpPr>
        <p:spPr>
          <a:xfrm>
            <a:off x="7178040" y="361188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2" name="Shape 50"/>
          <p:cNvSpPr/>
          <p:nvPr/>
        </p:nvSpPr>
        <p:spPr>
          <a:xfrm>
            <a:off x="7589520" y="3611880"/>
            <a:ext cx="320040" cy="320040"/>
          </a:xfrm>
          <a:prstGeom prst="ellipse">
            <a:avLst/>
          </a:prstGeom>
          <a:solidFill>
            <a:srgbClr val="1A1F36"/>
          </a:solidFill>
          <a:ln/>
        </p:spPr>
      </p:sp>
      <p:sp>
        <p:nvSpPr>
          <p:cNvPr id="53" name="Text 51"/>
          <p:cNvSpPr/>
          <p:nvPr/>
        </p:nvSpPr>
        <p:spPr>
          <a:xfrm>
            <a:off x="5074920" y="40233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文字・図形の色を自由に選択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074920" y="43434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後から何度でも再編集できます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便利な追加機能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音声入力・手描き・QRコード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321040" y="480060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051560"/>
            <a:ext cx="260604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051560"/>
            <a:ext cx="260604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Shape 7"/>
          <p:cNvSpPr/>
          <p:nvPr/>
        </p:nvSpPr>
        <p:spPr>
          <a:xfrm>
            <a:off x="1325880" y="1371600"/>
            <a:ext cx="1051560" cy="10515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1325880" y="137160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🎤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548640" y="25146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音声入力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28346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話すだけで文字化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05840" y="3200400"/>
            <a:ext cx="16916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337560"/>
            <a:ext cx="2331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例えば...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i="1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"椅子に座ってシートベルトを着用する"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自動で文字になる！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91840" y="1051560"/>
            <a:ext cx="25603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91840" y="1051560"/>
            <a:ext cx="25603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Shape 15"/>
          <p:cNvSpPr/>
          <p:nvPr/>
        </p:nvSpPr>
        <p:spPr>
          <a:xfrm>
            <a:off x="4023360" y="1371600"/>
            <a:ext cx="1051560" cy="10515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4023360" y="137160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✏️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3291840" y="2514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手描きモード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291840" y="2834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指で自由に描ける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0" y="3200400"/>
            <a:ext cx="1828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0440" y="3337560"/>
            <a:ext cx="2103120" cy="1188720"/>
          </a:xfrm>
          <a:prstGeom prst="rect">
            <a:avLst/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0" y="34747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F4444"/>
                </a:solidFill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4206240" y="3566160"/>
            <a:ext cx="731520" cy="457200"/>
          </a:xfrm>
          <a:prstGeom prst="ellipse">
            <a:avLst/>
          </a:prstGeom>
          <a:ln w="254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38404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989320" y="1051560"/>
            <a:ext cx="260604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989320" y="1051560"/>
            <a:ext cx="260604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8" name="Shape 26"/>
          <p:cNvSpPr/>
          <p:nvPr/>
        </p:nvSpPr>
        <p:spPr>
          <a:xfrm>
            <a:off x="6766560" y="1371600"/>
            <a:ext cx="1051560" cy="10515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9" name="Text 27"/>
          <p:cNvSpPr/>
          <p:nvPr/>
        </p:nvSpPr>
        <p:spPr>
          <a:xfrm>
            <a:off x="6766560" y="137160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🔳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5989320" y="25146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QRコード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989320" y="28346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URLを埋め込める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355080" y="3200400"/>
            <a:ext cx="18745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46520" y="3337560"/>
            <a:ext cx="14173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629400" y="3383280"/>
            <a:ext cx="109728" cy="109728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5" name="Shape 33"/>
          <p:cNvSpPr/>
          <p:nvPr/>
        </p:nvSpPr>
        <p:spPr>
          <a:xfrm>
            <a:off x="6739128" y="3383280"/>
            <a:ext cx="109728" cy="109728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6" name="Shape 34"/>
          <p:cNvSpPr/>
          <p:nvPr/>
        </p:nvSpPr>
        <p:spPr>
          <a:xfrm>
            <a:off x="6848856" y="3383280"/>
            <a:ext cx="109728" cy="109728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7" name="Shape 35"/>
          <p:cNvSpPr/>
          <p:nvPr/>
        </p:nvSpPr>
        <p:spPr>
          <a:xfrm>
            <a:off x="7068312" y="3383280"/>
            <a:ext cx="109728" cy="109728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8" name="Shape 36"/>
          <p:cNvSpPr/>
          <p:nvPr/>
        </p:nvSpPr>
        <p:spPr>
          <a:xfrm>
            <a:off x="7287768" y="3383280"/>
            <a:ext cx="109728" cy="109728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9" name="Shape 37"/>
          <p:cNvSpPr/>
          <p:nvPr/>
        </p:nvSpPr>
        <p:spPr>
          <a:xfrm>
            <a:off x="7397496" y="3383280"/>
            <a:ext cx="109728" cy="109728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40" name="Shape 38"/>
          <p:cNvSpPr/>
          <p:nvPr/>
        </p:nvSpPr>
        <p:spPr>
          <a:xfrm>
            <a:off x="7507224" y="3383280"/>
            <a:ext cx="109728" cy="109728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41" name="Shape 39"/>
          <p:cNvSpPr/>
          <p:nvPr/>
        </p:nvSpPr>
        <p:spPr>
          <a:xfrm>
            <a:off x="6629400" y="3493008"/>
            <a:ext cx="109728" cy="109728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42" name="Shape 40"/>
          <p:cNvSpPr/>
          <p:nvPr/>
        </p:nvSpPr>
        <p:spPr>
          <a:xfrm>
            <a:off x="6848856" y="3493008"/>
            <a:ext cx="109728" cy="109728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43" name="Shape 41"/>
          <p:cNvSpPr/>
          <p:nvPr/>
        </p:nvSpPr>
        <p:spPr>
          <a:xfrm>
            <a:off x="6958584" y="3493008"/>
            <a:ext cx="109728" cy="109728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44" name="Shape 42"/>
          <p:cNvSpPr/>
          <p:nvPr/>
        </p:nvSpPr>
        <p:spPr>
          <a:xfrm>
            <a:off x="7068312" y="3493008"/>
            <a:ext cx="109728" cy="109728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45" name="Shape 43"/>
          <p:cNvSpPr/>
          <p:nvPr/>
        </p:nvSpPr>
        <p:spPr>
          <a:xfrm>
            <a:off x="7178040" y="3493008"/>
            <a:ext cx="109728" cy="109728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46" name="Shape 44"/>
          <p:cNvSpPr/>
          <p:nvPr/>
        </p:nvSpPr>
        <p:spPr>
          <a:xfrm>
            <a:off x="7287768" y="3493008"/>
            <a:ext cx="109728" cy="109728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47" name="Shape 45"/>
          <p:cNvSpPr/>
          <p:nvPr/>
        </p:nvSpPr>
        <p:spPr>
          <a:xfrm>
            <a:off x="7507224" y="3493008"/>
            <a:ext cx="109728" cy="109728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48" name="Shape 46"/>
          <p:cNvSpPr/>
          <p:nvPr/>
        </p:nvSpPr>
        <p:spPr>
          <a:xfrm>
            <a:off x="6629400" y="3602736"/>
            <a:ext cx="109728" cy="109728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49" name="Shape 47"/>
          <p:cNvSpPr/>
          <p:nvPr/>
        </p:nvSpPr>
        <p:spPr>
          <a:xfrm>
            <a:off x="6739128" y="3602736"/>
            <a:ext cx="109728" cy="109728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50" name="Shape 48"/>
          <p:cNvSpPr/>
          <p:nvPr/>
        </p:nvSpPr>
        <p:spPr>
          <a:xfrm>
            <a:off x="6848856" y="3602736"/>
            <a:ext cx="109728" cy="109728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51" name="Shape 49"/>
          <p:cNvSpPr/>
          <p:nvPr/>
        </p:nvSpPr>
        <p:spPr>
          <a:xfrm>
            <a:off x="7068312" y="3602736"/>
            <a:ext cx="109728" cy="109728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52" name="Shape 50"/>
          <p:cNvSpPr/>
          <p:nvPr/>
        </p:nvSpPr>
        <p:spPr>
          <a:xfrm>
            <a:off x="7287768" y="3602736"/>
            <a:ext cx="109728" cy="109728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53" name="Shape 51"/>
          <p:cNvSpPr/>
          <p:nvPr/>
        </p:nvSpPr>
        <p:spPr>
          <a:xfrm>
            <a:off x="7397496" y="3602736"/>
            <a:ext cx="109728" cy="109728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54" name="Shape 52"/>
          <p:cNvSpPr/>
          <p:nvPr/>
        </p:nvSpPr>
        <p:spPr>
          <a:xfrm>
            <a:off x="7507224" y="3602736"/>
            <a:ext cx="109728" cy="109728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55" name="Shape 53"/>
          <p:cNvSpPr/>
          <p:nvPr/>
        </p:nvSpPr>
        <p:spPr>
          <a:xfrm>
            <a:off x="6958584" y="3712464"/>
            <a:ext cx="109728" cy="109728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56" name="Shape 54"/>
          <p:cNvSpPr/>
          <p:nvPr/>
        </p:nvSpPr>
        <p:spPr>
          <a:xfrm>
            <a:off x="7178040" y="3712464"/>
            <a:ext cx="109728" cy="109728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57" name="Shape 55"/>
          <p:cNvSpPr/>
          <p:nvPr/>
        </p:nvSpPr>
        <p:spPr>
          <a:xfrm>
            <a:off x="6629400" y="3822192"/>
            <a:ext cx="109728" cy="109728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58" name="Shape 56"/>
          <p:cNvSpPr/>
          <p:nvPr/>
        </p:nvSpPr>
        <p:spPr>
          <a:xfrm>
            <a:off x="6739128" y="3822192"/>
            <a:ext cx="109728" cy="109728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59" name="Shape 57"/>
          <p:cNvSpPr/>
          <p:nvPr/>
        </p:nvSpPr>
        <p:spPr>
          <a:xfrm>
            <a:off x="7068312" y="3822192"/>
            <a:ext cx="109728" cy="109728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60" name="Shape 58"/>
          <p:cNvSpPr/>
          <p:nvPr/>
        </p:nvSpPr>
        <p:spPr>
          <a:xfrm>
            <a:off x="7397496" y="3822192"/>
            <a:ext cx="109728" cy="109728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61" name="Shape 59"/>
          <p:cNvSpPr/>
          <p:nvPr/>
        </p:nvSpPr>
        <p:spPr>
          <a:xfrm>
            <a:off x="7507224" y="3822192"/>
            <a:ext cx="109728" cy="109728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62" name="Shape 60"/>
          <p:cNvSpPr/>
          <p:nvPr/>
        </p:nvSpPr>
        <p:spPr>
          <a:xfrm>
            <a:off x="6848856" y="3931920"/>
            <a:ext cx="109728" cy="109728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63" name="Shape 61"/>
          <p:cNvSpPr/>
          <p:nvPr/>
        </p:nvSpPr>
        <p:spPr>
          <a:xfrm>
            <a:off x="6958584" y="3931920"/>
            <a:ext cx="109728" cy="109728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64" name="Shape 62"/>
          <p:cNvSpPr/>
          <p:nvPr/>
        </p:nvSpPr>
        <p:spPr>
          <a:xfrm>
            <a:off x="7178040" y="3931920"/>
            <a:ext cx="109728" cy="109728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65" name="Shape 63"/>
          <p:cNvSpPr/>
          <p:nvPr/>
        </p:nvSpPr>
        <p:spPr>
          <a:xfrm>
            <a:off x="7287768" y="3931920"/>
            <a:ext cx="109728" cy="109728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66" name="Shape 64"/>
          <p:cNvSpPr/>
          <p:nvPr/>
        </p:nvSpPr>
        <p:spPr>
          <a:xfrm>
            <a:off x="6629400" y="4041648"/>
            <a:ext cx="109728" cy="109728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67" name="Shape 65"/>
          <p:cNvSpPr/>
          <p:nvPr/>
        </p:nvSpPr>
        <p:spPr>
          <a:xfrm>
            <a:off x="6739128" y="4041648"/>
            <a:ext cx="109728" cy="109728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68" name="Shape 66"/>
          <p:cNvSpPr/>
          <p:nvPr/>
        </p:nvSpPr>
        <p:spPr>
          <a:xfrm>
            <a:off x="6848856" y="4041648"/>
            <a:ext cx="109728" cy="109728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69" name="Shape 67"/>
          <p:cNvSpPr/>
          <p:nvPr/>
        </p:nvSpPr>
        <p:spPr>
          <a:xfrm>
            <a:off x="7068312" y="4041648"/>
            <a:ext cx="109728" cy="109728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70" name="Shape 68"/>
          <p:cNvSpPr/>
          <p:nvPr/>
        </p:nvSpPr>
        <p:spPr>
          <a:xfrm>
            <a:off x="7287768" y="4041648"/>
            <a:ext cx="109728" cy="109728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71" name="Shape 69"/>
          <p:cNvSpPr/>
          <p:nvPr/>
        </p:nvSpPr>
        <p:spPr>
          <a:xfrm>
            <a:off x="7397496" y="4041648"/>
            <a:ext cx="109728" cy="109728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72" name="Shape 70"/>
          <p:cNvSpPr/>
          <p:nvPr/>
        </p:nvSpPr>
        <p:spPr>
          <a:xfrm>
            <a:off x="6629400" y="4151376"/>
            <a:ext cx="109728" cy="109728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73" name="Shape 71"/>
          <p:cNvSpPr/>
          <p:nvPr/>
        </p:nvSpPr>
        <p:spPr>
          <a:xfrm>
            <a:off x="6848856" y="4151376"/>
            <a:ext cx="109728" cy="109728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74" name="Shape 72"/>
          <p:cNvSpPr/>
          <p:nvPr/>
        </p:nvSpPr>
        <p:spPr>
          <a:xfrm>
            <a:off x="6958584" y="4151376"/>
            <a:ext cx="109728" cy="109728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75" name="Shape 73"/>
          <p:cNvSpPr/>
          <p:nvPr/>
        </p:nvSpPr>
        <p:spPr>
          <a:xfrm>
            <a:off x="7068312" y="4151376"/>
            <a:ext cx="109728" cy="109728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76" name="Shape 74"/>
          <p:cNvSpPr/>
          <p:nvPr/>
        </p:nvSpPr>
        <p:spPr>
          <a:xfrm>
            <a:off x="7178040" y="4151376"/>
            <a:ext cx="109728" cy="109728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77" name="Shape 75"/>
          <p:cNvSpPr/>
          <p:nvPr/>
        </p:nvSpPr>
        <p:spPr>
          <a:xfrm>
            <a:off x="7287768" y="4151376"/>
            <a:ext cx="109728" cy="109728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78" name="Shape 76"/>
          <p:cNvSpPr/>
          <p:nvPr/>
        </p:nvSpPr>
        <p:spPr>
          <a:xfrm>
            <a:off x="7507224" y="4151376"/>
            <a:ext cx="109728" cy="109728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79" name="Shape 77"/>
          <p:cNvSpPr/>
          <p:nvPr/>
        </p:nvSpPr>
        <p:spPr>
          <a:xfrm>
            <a:off x="6629400" y="4261104"/>
            <a:ext cx="109728" cy="109728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80" name="Shape 78"/>
          <p:cNvSpPr/>
          <p:nvPr/>
        </p:nvSpPr>
        <p:spPr>
          <a:xfrm>
            <a:off x="6739128" y="4261104"/>
            <a:ext cx="109728" cy="109728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81" name="Shape 79"/>
          <p:cNvSpPr/>
          <p:nvPr/>
        </p:nvSpPr>
        <p:spPr>
          <a:xfrm>
            <a:off x="6848856" y="4261104"/>
            <a:ext cx="109728" cy="109728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82" name="Shape 80"/>
          <p:cNvSpPr/>
          <p:nvPr/>
        </p:nvSpPr>
        <p:spPr>
          <a:xfrm>
            <a:off x="7068312" y="4261104"/>
            <a:ext cx="109728" cy="109728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83" name="Shape 81"/>
          <p:cNvSpPr/>
          <p:nvPr/>
        </p:nvSpPr>
        <p:spPr>
          <a:xfrm>
            <a:off x="7397496" y="4261104"/>
            <a:ext cx="109728" cy="109728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84" name="Shape 82"/>
          <p:cNvSpPr/>
          <p:nvPr/>
        </p:nvSpPr>
        <p:spPr>
          <a:xfrm>
            <a:off x="7507224" y="4261104"/>
            <a:ext cx="109728" cy="109728"/>
          </a:xfrm>
          <a:prstGeom prst="rect">
            <a:avLst/>
          </a:prstGeom>
          <a:solidFill>
            <a:srgbClr val="1A1F36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PDFで出力・印刷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マニュアルをすぐに共有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321040" y="480060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274320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43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完成したマニュアル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1691640"/>
            <a:ext cx="18288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60120" y="1737360"/>
            <a:ext cx="18288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" y="1783080"/>
            <a:ext cx="18288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客室清掃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188720" y="2194560"/>
            <a:ext cx="1463040" cy="7315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4" name="Shape 12"/>
          <p:cNvSpPr/>
          <p:nvPr/>
        </p:nvSpPr>
        <p:spPr>
          <a:xfrm>
            <a:off x="1188720" y="3017520"/>
            <a:ext cx="1463040" cy="5486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Shape 13"/>
          <p:cNvSpPr/>
          <p:nvPr/>
        </p:nvSpPr>
        <p:spPr>
          <a:xfrm>
            <a:off x="1188720" y="3108960"/>
            <a:ext cx="1463040" cy="5486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Shape 14"/>
          <p:cNvSpPr/>
          <p:nvPr/>
        </p:nvSpPr>
        <p:spPr>
          <a:xfrm>
            <a:off x="1188720" y="3200400"/>
            <a:ext cx="1188720" cy="5486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" name="Shape 15"/>
          <p:cNvSpPr/>
          <p:nvPr/>
        </p:nvSpPr>
        <p:spPr>
          <a:xfrm>
            <a:off x="1188720" y="3429000"/>
            <a:ext cx="1463040" cy="7315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8" name="Text 16"/>
          <p:cNvSpPr/>
          <p:nvPr/>
        </p:nvSpPr>
        <p:spPr>
          <a:xfrm>
            <a:off x="338328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891B2"/>
                </a:solidFill>
              </a:rPr>
              <a:t>→</a:t>
            </a:r>
            <a:endParaRPr lang="en-US" sz="4000" dirty="0"/>
          </a:p>
        </p:txBody>
      </p:sp>
      <p:sp>
        <p:nvSpPr>
          <p:cNvPr id="19" name="Shape 17"/>
          <p:cNvSpPr/>
          <p:nvPr/>
        </p:nvSpPr>
        <p:spPr>
          <a:xfrm>
            <a:off x="3931920" y="1097280"/>
            <a:ext cx="466344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931920" y="1097280"/>
            <a:ext cx="73152" cy="35661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4160520" y="11887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PDF出力の選択肢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160520" y="160020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用紙サイズを選択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60520" y="1874520"/>
            <a:ext cx="914400" cy="365760"/>
          </a:xfrm>
          <a:prstGeom prst="rect">
            <a:avLst/>
          </a:prstGeom>
          <a:solidFill>
            <a:srgbClr val="E8F4FD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60520" y="1874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166360" y="1874520"/>
            <a:ext cx="914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66360" y="1874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72200" y="1874520"/>
            <a:ext cx="914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72200" y="1874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160520" y="2514600"/>
            <a:ext cx="2103120" cy="7315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0" name="Text 28"/>
          <p:cNvSpPr/>
          <p:nvPr/>
        </p:nvSpPr>
        <p:spPr>
          <a:xfrm>
            <a:off x="4160520" y="25146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PDFで保存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160520" y="28803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端末にダウンロード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400800" y="2514600"/>
            <a:ext cx="210312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0" y="25146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🖨  印刷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00800" y="28803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プリンターで直接印刷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160520" y="34747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✉️ メール添付・LINE送信でも共有可能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160520" y="37947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全ページのプレビュー確認あり → 安心して出力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160520" y="41148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作成者・日付は自動で記載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ファイル管理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作ったマニュアルをしっかり整理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321040" y="480060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58368" y="941832"/>
            <a:ext cx="2706624" cy="3877056"/>
          </a:xfrm>
          <a:prstGeom prst="rect">
            <a:avLst/>
          </a:prstGeom>
          <a:solidFill>
            <a:srgbClr val="1A1F36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051560"/>
            <a:ext cx="2560320" cy="3657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1691640" y="978408"/>
            <a:ext cx="640080" cy="4572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1051560"/>
            <a:ext cx="256032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051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ファイル一覧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22960" y="1554480"/>
            <a:ext cx="19202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15544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検索...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834640" y="1554480"/>
            <a:ext cx="3200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34640" y="155448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📥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22960" y="1965960"/>
            <a:ext cx="23317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6112" y="2039112"/>
            <a:ext cx="320040" cy="365760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2039112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📄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80160" y="203911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客室清掃マニュアル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280160" y="224028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2026/04/15 · 3P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2788920" y="2084832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88920" y="20848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6A7"/>
                </a:solidFill>
              </a:rPr>
              <a:t>⋯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22960" y="2560320"/>
            <a:ext cx="23317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6112" y="2633472"/>
            <a:ext cx="320040" cy="365760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25" name="Text 23"/>
          <p:cNvSpPr/>
          <p:nvPr/>
        </p:nvSpPr>
        <p:spPr>
          <a:xfrm>
            <a:off x="896112" y="2633472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📄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80160" y="263347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基本手順書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280160" y="283464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2026/04/15 · 3P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2788920" y="2679192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88920" y="26791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6A7"/>
                </a:solidFill>
              </a:rPr>
              <a:t>⋯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22960" y="3154680"/>
            <a:ext cx="23317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96112" y="3227832"/>
            <a:ext cx="320040" cy="365760"/>
          </a:xfrm>
          <a:prstGeom prst="rect">
            <a:avLst/>
          </a:prstGeom>
          <a:solidFill>
            <a:srgbClr val="F6F8FB"/>
          </a:solidFill>
          <a:ln/>
        </p:spPr>
      </p:sp>
      <p:sp>
        <p:nvSpPr>
          <p:cNvPr id="32" name="Text 30"/>
          <p:cNvSpPr/>
          <p:nvPr/>
        </p:nvSpPr>
        <p:spPr>
          <a:xfrm>
            <a:off x="896112" y="3227832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📄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280160" y="322783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衛生チェック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280160" y="342900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2026/04/15 · 3P</a:t>
            </a:r>
            <a:endParaRPr lang="en-US" sz="600" dirty="0"/>
          </a:p>
        </p:txBody>
      </p:sp>
      <p:sp>
        <p:nvSpPr>
          <p:cNvPr id="35" name="Shape 33"/>
          <p:cNvSpPr/>
          <p:nvPr/>
        </p:nvSpPr>
        <p:spPr>
          <a:xfrm>
            <a:off x="2788920" y="3273552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88920" y="32735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6A7"/>
                </a:solidFill>
              </a:rPr>
              <a:t>⋯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840480" y="1051560"/>
            <a:ext cx="475488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840480" y="1051560"/>
            <a:ext cx="73152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9" name="Text 37"/>
          <p:cNvSpPr/>
          <p:nvPr/>
        </p:nvSpPr>
        <p:spPr>
          <a:xfrm>
            <a:off x="4069080" y="1097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タイトル検索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069080" y="13716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たくさん作っても目的のマニュアルをすぐ発見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840480" y="1828800"/>
            <a:ext cx="475488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840480" y="1828800"/>
            <a:ext cx="73152" cy="7315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3" name="Text 41"/>
          <p:cNvSpPr/>
          <p:nvPr/>
        </p:nvSpPr>
        <p:spPr>
          <a:xfrm>
            <a:off x="4069080" y="1874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インポートボタン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069080" y="21488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他の端末で作ったファイル（JSON）を取り込む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840480" y="2606040"/>
            <a:ext cx="475488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840480" y="2606040"/>
            <a:ext cx="73152" cy="21031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7" name="Text 45"/>
          <p:cNvSpPr/>
          <p:nvPr/>
        </p:nvSpPr>
        <p:spPr>
          <a:xfrm>
            <a:off x="4069080" y="26974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⋯ メニューから選べる操作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114800" y="301752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📋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4526280" y="3017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複製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623560" y="30175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似たマニュアルを量産する時に便利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114800" y="352044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📤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4526280" y="35204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エクスポート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623560" y="35204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JSONファイルとして書き出し（共有用）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114800" y="40233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🗑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4526280" y="40233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削除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623560" y="40233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不要になったファイルを削除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基本的な使い方（7ステップ）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初めてでも迷わない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321040" y="480060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19202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12344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234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80160" y="12801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40080" y="187452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「新規作成」をタップ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68880" y="1691640"/>
            <a:ext cx="9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891B2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560320" y="1097280"/>
            <a:ext cx="19202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697480" y="12344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2697480" y="1234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291840" y="12801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2651760" y="187452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業種を選ぶ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80560" y="1691640"/>
            <a:ext cx="9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891B2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72000" y="1097280"/>
            <a:ext cx="19202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1234440"/>
            <a:ext cx="502920" cy="5029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4709160" y="1234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303520" y="12801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4663440" y="187452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テンプレートを選ぶ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92240" y="1691640"/>
            <a:ext cx="9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891B2"/>
                </a:solidFill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583680" y="1097280"/>
            <a:ext cx="19202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720840" y="1234440"/>
            <a:ext cx="502920" cy="5029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7" name="Text 25"/>
          <p:cNvSpPr/>
          <p:nvPr/>
        </p:nvSpPr>
        <p:spPr>
          <a:xfrm>
            <a:off x="6720840" y="1234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315200" y="12801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6675120" y="187452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タイトル入力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2926080"/>
            <a:ext cx="19202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85800" y="3063240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1280160" y="31089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640080" y="370332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写真・文字を追加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468880" y="3520440"/>
            <a:ext cx="9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891B2"/>
                </a:solidFill>
              </a:rPr>
              <a:t>→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2560320" y="2926080"/>
            <a:ext cx="19202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697480" y="306324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8" name="Text 36"/>
          <p:cNvSpPr/>
          <p:nvPr/>
        </p:nvSpPr>
        <p:spPr>
          <a:xfrm>
            <a:off x="2697480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3291840" y="31089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</a:t>
            </a:r>
            <a:endParaRPr lang="en-US" sz="3000" dirty="0"/>
          </a:p>
        </p:txBody>
      </p:sp>
      <p:sp>
        <p:nvSpPr>
          <p:cNvPr id="40" name="Text 38"/>
          <p:cNvSpPr/>
          <p:nvPr/>
        </p:nvSpPr>
        <p:spPr>
          <a:xfrm>
            <a:off x="2651760" y="370332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「保存」ボタン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480560" y="3520440"/>
            <a:ext cx="9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891B2"/>
                </a:solidFill>
              </a:rPr>
              <a:t>→</a:t>
            </a:r>
            <a:endParaRPr lang="en-US" sz="2000" dirty="0"/>
          </a:p>
        </p:txBody>
      </p:sp>
      <p:sp>
        <p:nvSpPr>
          <p:cNvPr id="42" name="Shape 40"/>
          <p:cNvSpPr/>
          <p:nvPr/>
        </p:nvSpPr>
        <p:spPr>
          <a:xfrm>
            <a:off x="4572000" y="2926080"/>
            <a:ext cx="19202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709160" y="3063240"/>
            <a:ext cx="502920" cy="50292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4" name="Text 42"/>
          <p:cNvSpPr/>
          <p:nvPr/>
        </p:nvSpPr>
        <p:spPr>
          <a:xfrm>
            <a:off x="4709160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5303520" y="31089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3000" dirty="0"/>
          </a:p>
        </p:txBody>
      </p:sp>
      <p:sp>
        <p:nvSpPr>
          <p:cNvPr id="46" name="Text 44"/>
          <p:cNvSpPr/>
          <p:nvPr/>
        </p:nvSpPr>
        <p:spPr>
          <a:xfrm>
            <a:off x="4663440" y="370332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PDF出力で完成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活用シーン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実際の使い方イメージ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321040" y="480060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051560"/>
            <a:ext cx="38404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051560"/>
            <a:ext cx="384048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34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👷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417320" y="1234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現場での作業手順記録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417320" y="1645920"/>
            <a:ext cx="228600" cy="2286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1417320" y="16459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737360" y="164592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作業者がスマホで各工程を撮影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417320" y="1965960"/>
            <a:ext cx="228600" cy="2286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1417320" y="19659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737360" y="196596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その場で文字・矢印を追加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417320" y="2286000"/>
            <a:ext cx="228600" cy="2286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1417320" y="228600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737360" y="228600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PDFで上司に共有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0" y="1051560"/>
            <a:ext cx="38404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0" y="1051560"/>
            <a:ext cx="384048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4663440" y="1234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🎓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5440680" y="1234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新人教育資料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40680" y="1645920"/>
            <a:ext cx="228600" cy="2286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5" name="Text 23"/>
          <p:cNvSpPr/>
          <p:nvPr/>
        </p:nvSpPr>
        <p:spPr>
          <a:xfrm>
            <a:off x="5440680" y="16459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760720" y="164592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ベテランの動きを撮影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40680" y="1965960"/>
            <a:ext cx="228600" cy="2286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8" name="Text 26"/>
          <p:cNvSpPr/>
          <p:nvPr/>
        </p:nvSpPr>
        <p:spPr>
          <a:xfrm>
            <a:off x="5440680" y="19659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760720" y="196596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重要ポイントに矢印・注釈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40680" y="2286000"/>
            <a:ext cx="228600" cy="2286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1" name="Text 29"/>
          <p:cNvSpPr/>
          <p:nvPr/>
        </p:nvSpPr>
        <p:spPr>
          <a:xfrm>
            <a:off x="5440680" y="228600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760720" y="228600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全新人に同じ資料を配布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" y="2880360"/>
            <a:ext cx="38404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48640" y="2880360"/>
            <a:ext cx="384048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3063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📑</a:t>
            </a:r>
            <a:endParaRPr lang="en-US" sz="3600" dirty="0"/>
          </a:p>
        </p:txBody>
      </p:sp>
      <p:sp>
        <p:nvSpPr>
          <p:cNvPr id="36" name="Text 34"/>
          <p:cNvSpPr/>
          <p:nvPr/>
        </p:nvSpPr>
        <p:spPr>
          <a:xfrm>
            <a:off x="1417320" y="3063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紙マニュアルのデジタル化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1417320" y="3474720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8" name="Text 36"/>
          <p:cNvSpPr/>
          <p:nvPr/>
        </p:nvSpPr>
        <p:spPr>
          <a:xfrm>
            <a:off x="1417320" y="34747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737360" y="347472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既存マニュアルを撮影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417320" y="3794760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1" name="Text 39"/>
          <p:cNvSpPr/>
          <p:nvPr/>
        </p:nvSpPr>
        <p:spPr>
          <a:xfrm>
            <a:off x="1417320" y="37947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737360" y="379476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アプリで補足追加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417320" y="4114800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4" name="Text 42"/>
          <p:cNvSpPr/>
          <p:nvPr/>
        </p:nvSpPr>
        <p:spPr>
          <a:xfrm>
            <a:off x="1417320" y="411480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737360" y="411480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PDFで配布 → 検索可能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572000" y="2880360"/>
            <a:ext cx="38404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572000" y="2880360"/>
            <a:ext cx="38404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8" name="Text 46"/>
          <p:cNvSpPr/>
          <p:nvPr/>
        </p:nvSpPr>
        <p:spPr>
          <a:xfrm>
            <a:off x="4663440" y="3063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🏪</a:t>
            </a:r>
            <a:endParaRPr lang="en-US" sz="3600" dirty="0"/>
          </a:p>
        </p:txBody>
      </p:sp>
      <p:sp>
        <p:nvSpPr>
          <p:cNvPr id="49" name="Text 47"/>
          <p:cNvSpPr/>
          <p:nvPr/>
        </p:nvSpPr>
        <p:spPr>
          <a:xfrm>
            <a:off x="5440680" y="3063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複数店舗で統一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5440680" y="3474720"/>
            <a:ext cx="228600" cy="2286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1" name="Text 49"/>
          <p:cNvSpPr/>
          <p:nvPr/>
        </p:nvSpPr>
        <p:spPr>
          <a:xfrm>
            <a:off x="5440680" y="34747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760720" y="347472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本部で標準マニュアル作成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440680" y="3794760"/>
            <a:ext cx="228600" cy="2286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4" name="Text 52"/>
          <p:cNvSpPr/>
          <p:nvPr/>
        </p:nvSpPr>
        <p:spPr>
          <a:xfrm>
            <a:off x="5440680" y="37947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760720" y="379476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エクスポート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5440680" y="4114800"/>
            <a:ext cx="228600" cy="2286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7" name="Text 55"/>
          <p:cNvSpPr/>
          <p:nvPr/>
        </p:nvSpPr>
        <p:spPr>
          <a:xfrm>
            <a:off x="5440680" y="411480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760720" y="411480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各店舗でインポート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 よくあるご質問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321040" y="480060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051560"/>
            <a:ext cx="38404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051560"/>
            <a:ext cx="73152" cy="1188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1143000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143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11430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インターネットがなくても使えますか？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1645920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1645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16459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初回アクセス後は、オフラインでも利用できます。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1051560"/>
            <a:ext cx="38404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0" y="1051560"/>
            <a:ext cx="73152" cy="1188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7" name="Shape 15"/>
          <p:cNvSpPr/>
          <p:nvPr/>
        </p:nvSpPr>
        <p:spPr>
          <a:xfrm>
            <a:off x="4709160" y="1143000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1143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11430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他の端末で同じマニュアルを開けますか？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1645920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4709160" y="1645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0" y="16459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エクスポート/インポート機能でデータを移動できます。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2331720"/>
            <a:ext cx="38404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2331720"/>
            <a:ext cx="73152" cy="1188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" y="2423160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2423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05840" y="24231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データは第三者に見られませんか？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85800" y="2926080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2926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05840" y="29260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端末内にのみ保存されるため、漏洩の心配はありません。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0" y="2331720"/>
            <a:ext cx="38404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72000" y="2331720"/>
            <a:ext cx="73152" cy="1188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3" name="Shape 31"/>
          <p:cNvSpPr/>
          <p:nvPr/>
        </p:nvSpPr>
        <p:spPr>
          <a:xfrm>
            <a:off x="4709160" y="2423160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4" name="Text 32"/>
          <p:cNvSpPr/>
          <p:nvPr/>
        </p:nvSpPr>
        <p:spPr>
          <a:xfrm>
            <a:off x="4709160" y="2423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29200" y="24231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写真は何枚まで入れられますか？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09160" y="2926080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7" name="Text 35"/>
          <p:cNvSpPr/>
          <p:nvPr/>
        </p:nvSpPr>
        <p:spPr>
          <a:xfrm>
            <a:off x="4709160" y="2926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029200" y="29260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上限なし。100枚以上入れた実例もあります。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48640" y="3611880"/>
            <a:ext cx="38404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48640" y="3611880"/>
            <a:ext cx="73152" cy="1188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1" name="Shape 39"/>
          <p:cNvSpPr/>
          <p:nvPr/>
        </p:nvSpPr>
        <p:spPr>
          <a:xfrm>
            <a:off x="685800" y="3703320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42" name="Text 40"/>
          <p:cNvSpPr/>
          <p:nvPr/>
        </p:nvSpPr>
        <p:spPr>
          <a:xfrm>
            <a:off x="685800" y="37033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005840" y="37033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テンプレートの追加は可能ですか？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85800" y="4206240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5" name="Text 43"/>
          <p:cNvSpPr/>
          <p:nvPr/>
        </p:nvSpPr>
        <p:spPr>
          <a:xfrm>
            <a:off x="685800" y="4206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005840" y="42062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オリジナルテンプレートの開発も承ります。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0" y="3611880"/>
            <a:ext cx="38404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572000" y="3611880"/>
            <a:ext cx="73152" cy="1188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9" name="Shape 47"/>
          <p:cNvSpPr/>
          <p:nvPr/>
        </p:nvSpPr>
        <p:spPr>
          <a:xfrm>
            <a:off x="4709160" y="3703320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50" name="Text 48"/>
          <p:cNvSpPr/>
          <p:nvPr/>
        </p:nvSpPr>
        <p:spPr>
          <a:xfrm>
            <a:off x="4709160" y="37033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029200" y="37033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今後の機能追加は？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709160" y="4206240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3" name="Text 51"/>
          <p:cNvSpPr/>
          <p:nvPr/>
        </p:nvSpPr>
        <p:spPr>
          <a:xfrm>
            <a:off x="4709160" y="4206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029200" y="42062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クラウド保存・AI機能等、拡張のご相談承ります。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ご検討のほど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よろしくお願いいたします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0" y="2423160"/>
            <a:ext cx="274320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697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お問い合わせ・導入に関するご相談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371600" y="3246120"/>
            <a:ext cx="6400800" cy="32918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1508760" y="3246120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011680" y="324612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公開URL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0" y="324612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iuy58754932-jpg.github.io/manual-app-demo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371600" y="3630168"/>
            <a:ext cx="6400800" cy="32918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1508760" y="3630168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📱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011680" y="363016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対応デバイス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0" y="363016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 / Android / パソコン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371600" y="4014216"/>
            <a:ext cx="6400800" cy="32918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1508760" y="4014216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🌐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011680" y="4014216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対応ブラウザ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0" y="4014216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Safari / Chrome / Edge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371600" y="4398264"/>
            <a:ext cx="6400800" cy="32918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1508760" y="4398264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💰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011680" y="439826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ご利用料金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0" y="439826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月額費用 0円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48463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本資料は v1.6 時点のものです。機能はアップデートで拡張されます。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マニュアル作成アプリ ご紹介資料 (図解版)</dc:title>
  <dc:subject>PptxGenJS Presentation</dc:subject>
  <dc:creator>開発チーム</dc:creator>
  <cp:lastModifiedBy>開発チーム</cp:lastModifiedBy>
  <cp:revision>1</cp:revision>
  <dcterms:created xsi:type="dcterms:W3CDTF">2026-04-18T14:00:49Z</dcterms:created>
  <dcterms:modified xsi:type="dcterms:W3CDTF">2026-04-18T14:00:49Z</dcterms:modified>
</cp:coreProperties>
</file>