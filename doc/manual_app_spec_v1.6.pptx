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1371600"/>
            <a:ext cx="1188720" cy="11887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720840" y="13716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マニュアル作成アプリ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技術仕様書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22860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2026-04-18 / 社内技術資料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対象読者: 社内エンジニア・運用担当者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システム概要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app?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業務マニュアルをモバイル端末で作成・編集・共有する PWA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サーバーレス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フロントエンドのみで完結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ランニングコスト 0円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46304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46304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8328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モバイルファースト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Safari 最優先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 480px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4630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1792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端末ローカル保存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に全データ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オフライン動作可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29184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50592" y="3291840"/>
            <a:ext cx="6071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6118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アプリ名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50592" y="3611880"/>
            <a:ext cx="6071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マニュアル作成アプリ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393192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50592" y="3931920"/>
            <a:ext cx="6071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v1.6（2026-04-18）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425196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公開URL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50592" y="4251960"/>
            <a:ext cx="6071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https://iuy58754932-jpg.github.io/manual-app-demo/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457200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対象デバイス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50592" y="4572000"/>
            <a:ext cx="6071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iPhone（最優先）/ Android / PC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892040"/>
            <a:ext cx="8046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489204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対象業種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50592" y="4892040"/>
            <a:ext cx="6071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飲食・製造・清掃・医療・宿泊・建設・小売・教育（8業種）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アーキテクチャ概要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 - client-side only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19456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1097280"/>
            <a:ext cx="5852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0972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219456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状態管理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1600200"/>
            <a:ext cx="5852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6002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 (useState / useCallback)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219456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103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ドメインロジック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2103120"/>
            <a:ext cx="5852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1031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カスタムフック (useCanvas / useDatabase / useHistory / useSpeechRecognition)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606040"/>
            <a:ext cx="2194560" cy="4114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06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ルーティング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0" y="2606040"/>
            <a:ext cx="5852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26060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react-router-dom (HashRouter)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108960"/>
            <a:ext cx="219456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キャンバス描画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0" y="3108960"/>
            <a:ext cx="5852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31089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Fabric.js v5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611880"/>
            <a:ext cx="219456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611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永続化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0" y="3611880"/>
            <a:ext cx="5852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36118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← Dexie.js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114800"/>
            <a:ext cx="2194560" cy="411480"/>
          </a:xfrm>
          <a:prstGeom prst="rect">
            <a:avLst/>
          </a:prstGeom>
          <a:solidFill>
            <a:srgbClr val="8896A7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外部入出力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0" y="4114800"/>
            <a:ext cx="5852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0360" y="41148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API / Canvas API / Web Speech API / Service Worker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4663440"/>
            <a:ext cx="73152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月額コスト: 0円（GitHub Pages 無料枠 / API 利用は従量制のみ）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技術スタック (1/2) - コア技術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9728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16352" y="1097280"/>
            <a:ext cx="4242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採用技術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05472" y="10972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41732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UIフレームワーク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16352" y="1417320"/>
            <a:ext cx="4242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05472" y="14173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737360"/>
            <a:ext cx="80467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173736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言語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16352" y="1737360"/>
            <a:ext cx="4242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05472" y="173736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057400"/>
            <a:ext cx="8046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05740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ビルドツール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16352" y="2057400"/>
            <a:ext cx="4242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05472" y="205740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237744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ルーティング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16352" y="2377440"/>
            <a:ext cx="4242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react-router-dom (HashRouter)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05472" y="237744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269748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16352" y="2697480"/>
            <a:ext cx="4242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PostCSS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05472" y="26974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機能別ライブラリ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" y="356616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50592" y="356616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ライブラリ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45152" y="3566160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備考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388620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キャンバス編集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50592" y="388620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Fabric.js v5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45152" y="3886200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写真・テキスト・手描き全て担当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420624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PDF生成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450592" y="420624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45152" y="4206240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画像として埋め込み（日本語対応）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5262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QRコード生成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50592" y="452628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45152" y="4526280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dataURL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4846320"/>
            <a:ext cx="80467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" y="484632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450592" y="484632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Dexie.js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45152" y="4846320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高レベルラッパー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技術スタック (2/2) - Web API・開発ツール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browser APIs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使用している Web 標準 API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371600"/>
            <a:ext cx="73152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音声認識（ja-JP）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371600"/>
            <a:ext cx="7315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API / FileReader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ファイル入出力・base64変換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187452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1874520"/>
            <a:ext cx="73152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画像リサイズ（最大1200px）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87452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87452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PWAキャッシュ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237744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2377440"/>
            <a:ext cx="73152" cy="4114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/ createObjectURL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JSONダウンロード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237744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377440"/>
            <a:ext cx="73152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永続化ストレージ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288036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2880360"/>
            <a:ext cx="7315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MediaDevices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6032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カメラ・マイク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288036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2880360"/>
            <a:ext cx="73152" cy="411480"/>
          </a:xfrm>
          <a:prstGeom prst="rect">
            <a:avLst/>
          </a:prstGeom>
          <a:solidFill>
            <a:srgbClr val="8896A7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Observer 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8368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標準UI動作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開発ツール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" y="4297680"/>
            <a:ext cx="7315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431596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（静的解析）　|　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PostCSS + Autoprefixer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（ベンダープレフィックス）　|　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@types/fabric, @types/qrcode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（型定義）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ディレクトリ構成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 layout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43000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components/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common/       Layout, Modal, Toast, ErrorBoundary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editor/       Canvas, Toolbar, PhotoEditorModal,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QrCodeModal, VoiceInputModal,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DrawingControls, PageNavigator, ObjectMenu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pages/            HomePage, IndustryPage, TemplatePage,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EditorPage, FilesPage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hooks/            useCanvas, useHistory, useDatabase,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useSpeechRecognition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lib/              db, pdf, imageUtils, qrcode, manualIO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             industries, templates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App.tsx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main.tsx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index.css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icon-192x192.png / icon-512x512.png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manifest.json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sw.js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画面一覧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main screens + modals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97280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109728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33472" y="109728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28032" y="1097280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417320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141732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33472" y="141732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8032" y="1417320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エントリポイント / 新規作成・ファイル読込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1737360"/>
            <a:ext cx="80467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1737360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173736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業種選択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33472" y="173736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/industry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8032" y="1737360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8業種のグリッド表示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057400"/>
            <a:ext cx="8046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057400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205740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テンプレート選択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33472" y="205740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/template/:industryId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28032" y="2057400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業種別テンプレート一覧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2377440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" y="237744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マニュアル編集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33472" y="237744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/editor?template= / /editor/:id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8032" y="2377440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アプリの中心（Fabric.jsキャンバス）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2697480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" y="269748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PDF出力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33472" y="269748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編集画面モーダル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28032" y="2697480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A4/A3/B4 ダウンロード・印刷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3017520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" y="301752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ファイル一覧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33472" y="301752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/files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28032" y="3017520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検索・ソート・複製・エクスポート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主要モーダル（④編集画面内）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0080" y="4023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• 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" y="40233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PhotoEditorModal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0" y="402336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写真にテキスト・図形を追加（v1.1〜）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42519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• 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" y="4251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QrCodeModal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00400" y="425196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QRコードを生成してキャンバスに追加（v1.5）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44805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• 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22960" y="4480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VoiceInputModal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00400" y="448056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音声からテキストを作成（v1.6）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0080" y="47091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• 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22960" y="47091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 (PDF)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00400" y="470916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PDF出力設定（v1.0〜）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主要機能の実装方式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マニュアル編集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6002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Fabric.js Canvas を useCanvas フックで管理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595×842px（A4比）固定 + コンテナ幅に動的スケール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ページごとに toJSON() 結果を文字列保存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textbox styles バグ対策: safeToJSON / patchStyles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097280"/>
            <a:ext cx="3840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PDF出力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16002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各ページを StaticCanvas 再構築 → JPEG化（quality 0.92）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で A4/A3/B4 サイズの PDF 作成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ページごとに addImage で画像として埋込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日本語非対応のため画像化方式を採用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2608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IndexedDB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4290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DB名: ManualAppDB, テーブル: manuals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インデックス: id, title, industry, updatedAt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は JSON.stringify で文字列保存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useDatabase フック経由で CRUD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29260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92608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↩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2920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Undo/Redo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34290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useHistory で undoStack/redoStack を管理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イベント（modified/added/removed）で push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最大30ステップ（メモリ節約）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JSON 全体をスナップショット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追加機能の実装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added in v1.1〜v1.6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61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v1.1-1.2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20240" y="1143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🖼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フォトエディタ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8288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Instagram風。写真に文字・図形。出力は元画像解像度に合わせる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5156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161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1143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832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手描きモード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18288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Fabric.js isDrawingMode。色8・太さ5段階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0" y="10515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105156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161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1143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🔳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QRコード生成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80760" y="18288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 で PNG 生成、サイズ3種、リアルタイム PV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28803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88036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990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20240" y="2971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580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I/O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36576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ダウンロード・FileReader インポート・ver互換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46120" y="28803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2880360"/>
            <a:ext cx="256032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0" y="2990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17720" y="2971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38328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複製 UX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83280" y="36576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長押し→⋯ボタン。3択メニュー（複製/エクスポート/削除）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0" y="28803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43600" y="288036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6080760" y="2990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0" y="2971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08076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音声入力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080760" y="36576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API（ja-JP）中間結果対応・未対応ブラウザフォールバック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データモデル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interfaces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931920" cy="3657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Manual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string              // UUID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string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industry: string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templateId: string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pages: ManualPage[]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createdAt: Date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updatedAt: Date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thumbnailDataUrl: string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ManualPage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string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pageNumber: number      // 1-based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canvasJson: string      // Fabric JSON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thumbnailDataUrl: string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3931920" cy="3657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8872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IndexedDB schema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ManualRecord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string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string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industry: string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templateId: string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pages: string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thumbnailDataUrl: string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createdAt: Date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updatedAt: Date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JSON export format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ManualFile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fileVersion: 1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exportedAt: string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manual: { ... 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PWA仕様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97280"/>
            <a:ext cx="73152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Web App Manifest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マニュアル作成アプリ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short_name: マニュアル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standalone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background_color: #1E2761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theme_color: #065A82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orientation: portrait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icons: 192×192 / 512×512 (maskable)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73152" cy="2011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Service Worker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554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 初期ファイルをプリキャッシュ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fetch: cache-first + network fallback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activate: 古いキャッシュを削除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オフラインでの閲覧・編集が可能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91840"/>
            <a:ext cx="73152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iOS 対応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749040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apple-mobile-web-app-capable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apple-touch-icon（ホーム画面追加時のアイコン）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safe-area-inset-top/bottom で iPhone ノッチ対応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viewport: maximum-scale=1.0, user-scalable=no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ビルド・デプロイ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39319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開発・ビルド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1508760"/>
            <a:ext cx="3520440" cy="12801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6459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ローカル開発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本番ビルド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Git ブランチ構成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main：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ソースコード（TSX / TS）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gh-pages：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ビルド成果物（dist/）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タグ：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/ v1.1 / v1.2 / v1.3 / v1.4 / v1.5 / v1.6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80467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80467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ロールバック手順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3520440"/>
            <a:ext cx="7635240" cy="12801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630168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特定バージョンに戻す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--hard vX.Y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 --force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dist も再ビルドして gh-pages 更新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&amp;&amp; cd dist &amp;&amp; git commit -am "rollback" &amp;&amp; git push -f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バージョン履歴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timeline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463040"/>
            <a:ext cx="0" cy="3657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097280"/>
            <a:ext cx="7498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097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初期リリース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6画面 / PDF / IndexedDB / 8業種13テンプレ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169164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965960"/>
            <a:ext cx="0" cy="3657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1600200"/>
            <a:ext cx="7498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600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フォトエディタ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Instagram風アノテーション機能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19456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2468880"/>
            <a:ext cx="0" cy="3657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2103120"/>
            <a:ext cx="7498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既存画像の再編集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画像を選択 → 編集 → 同位置置換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269748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2971800"/>
            <a:ext cx="0" cy="3657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2606040"/>
            <a:ext cx="7498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0312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コンパクトツールバー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アイコンのみで1行化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200400"/>
            <a:ext cx="274320" cy="274320"/>
          </a:xfrm>
          <a:prstGeom prst="ellipse">
            <a:avLst/>
          </a:prstGeom>
          <a:solidFill>
            <a:srgbClr val="8896A7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" y="3474720"/>
            <a:ext cx="0" cy="3657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280" y="3108960"/>
            <a:ext cx="7498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34440" y="3108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031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Unsplash画像検索（ロールバック済）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 へ巻き戻し、タグのみ残存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3703320"/>
            <a:ext cx="274320" cy="2743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8" name="Shape 36"/>
          <p:cNvSpPr/>
          <p:nvPr/>
        </p:nvSpPr>
        <p:spPr>
          <a:xfrm>
            <a:off x="777240" y="3977640"/>
            <a:ext cx="0" cy="36576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280" y="3611880"/>
            <a:ext cx="7498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34440" y="3611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10312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手描き・QR・JSON・複製UX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4機能を一括追加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420624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7280" y="4114800"/>
            <a:ext cx="7498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34440" y="4114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10312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音声入力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4632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API（ja-JP）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既知の制限・拡張余地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 &amp; future expansion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既知の制限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3611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データは端末に紐づく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他端末と共有するには JSON I/O 経由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は音声入力未対応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Web Speech API 未実装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画像は base64 埋込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大量画像でファイルサイズ増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容量はブラウザ依存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通常数百MB〜数GB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API は未接続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v1.3 にロールバック済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拡張余地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クラウド同期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35240" y="1554480"/>
            <a:ext cx="822960" cy="2286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1554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1.5人月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1901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共有リンク（閲覧専用URL）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35240" y="1947672"/>
            <a:ext cx="822960" cy="2286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19476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0.5人月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295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文章生成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35240" y="2340864"/>
            <a:ext cx="822960" cy="2286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234086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0.8人月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688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画像生成（DALL-E等）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2734056"/>
            <a:ext cx="822960" cy="2286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27340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1.0人月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OCR（紙マニュアル → デジタル化）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35240" y="3127248"/>
            <a:ext cx="822960" cy="2286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8" name="Text 26"/>
          <p:cNvSpPr/>
          <p:nvPr/>
        </p:nvSpPr>
        <p:spPr>
          <a:xfrm>
            <a:off x="7635240" y="31272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0.8人月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多言語翻訳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35240" y="3520440"/>
            <a:ext cx="822960" cy="2286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1" name="Text 29"/>
          <p:cNvSpPr/>
          <p:nvPr/>
        </p:nvSpPr>
        <p:spPr>
          <a:xfrm>
            <a:off x="7635240" y="3520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0.5人月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チーム管理・承認ワークフロー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35240" y="3913632"/>
            <a:ext cx="822960" cy="2286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4" name="Text 32"/>
          <p:cNvSpPr/>
          <p:nvPr/>
        </p:nvSpPr>
        <p:spPr>
          <a:xfrm>
            <a:off x="7635240" y="39136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2.0人月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マニュアル作成アプリ 技術仕様書 v1.6</dc:title>
  <dc:subject>PptxGenJS Presentation</dc:subject>
  <dc:creator>開発チーム</dc:creator>
  <cp:lastModifiedBy>開発チーム</cp:lastModifiedBy>
  <cp:revision>1</cp:revision>
  <dcterms:created xsi:type="dcterms:W3CDTF">2026-04-18T12:32:42Z</dcterms:created>
  <dcterms:modified xsi:type="dcterms:W3CDTF">2026-04-18T12:32:42Z</dcterms:modified>
</cp:coreProperties>
</file>