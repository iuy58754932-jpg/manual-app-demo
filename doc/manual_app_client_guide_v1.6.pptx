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1371600"/>
            <a:ext cx="1188720" cy="11887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720840" y="13716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マニュアル作成アプリ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ご紹介資料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2860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業務マニュアルをスマホで簡単に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テンプレート選択 / 写真＋文字 / PDF出力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アプリのご紹介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こんなことができます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業務マニュアルをスマートフォンで簡単に作成・編集・共有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📋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テンプレートから選ぶだけ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業種ごとのマニュアル下書きがすぐ使えます。白紙から作る必要はありません。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📷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写真をそのまま貼り付け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スマホで撮影 → その場でマニュアル化。手元に画像がなくてもすぐ作成。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📄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PDF出力＆印刷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2004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完成したマニュアルはPDFで保存、そのまま印刷して配布・共有できます。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こんな方におすすめ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👷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6459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現場作業のマニュアル化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作業手順を撮影しながら、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その場でマニュアル作成したい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97280"/>
            <a:ext cx="73152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🎓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66928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新人教育用の資料作成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ベテランの動きを記録して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新人の教材を手軽に準備したい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📑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6459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紙マニュアルのデジタル化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611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既存の紙マニュアルを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デジタル化して共有したい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926080"/>
            <a:ext cx="73152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🏪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66928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複数店舗の業務統一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3611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複数店舗・部署で同じ業務手順を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統一したい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ご利用料金・対応端末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device support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ご利用料金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0円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月額サーバー費用なし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（追加の機器・ソフト購入も不要）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対応端末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（推奨・最優先で対応）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スマートフォン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パソコン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（確認用として利用可）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08960"/>
            <a:ext cx="8046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インターネット接続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36118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初回アクセス時のみ必要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以降はインターネットなしでも利用可能（オフライン動作対応）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ホーム画面に追加すれば、アプリのように起動できます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できること一覧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1234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テンプレート選択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8業種13種類から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76272" y="10515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79192" y="12344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679192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76272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写真の取り込み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76272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カメラ・フォルダから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03904" y="10515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06824" y="12344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306824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03904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写真編集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03904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文字・図形・色を追加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31536" y="10515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34456" y="12344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34456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31536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手描きモード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31536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指やペンで自由に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59168" y="10515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62088" y="123444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756208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059168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テキスト入力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59168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配置・サイズ変更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28803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51560" y="306324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4864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話した内容を文字化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76272" y="28803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679192" y="3063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2679192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🔳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176272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QRコード生成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76272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URLを埋め込み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03904" y="28803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06824" y="30632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4306824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803904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PDF出力・印刷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03904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A4/A3/B4選択可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31536" y="28803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34456" y="30632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5934456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431536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保存・検索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31536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端末に自動保存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59168" y="2880360"/>
            <a:ext cx="1554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562088" y="30632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7562088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059168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ファイル共有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59168" y="4023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エクスポート/インポート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全体の画面の流れ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最短3ステップでマニュアル作成を開始できます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新規作成の流れ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1417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1417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385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40280" y="1828800"/>
            <a:ext cx="1417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40280" y="1828800"/>
            <a:ext cx="1417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19385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28600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業種を選ぶ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931920" y="1828800"/>
            <a:ext cx="1417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0" y="1828800"/>
            <a:ext cx="1417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19385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97764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テンプレ選択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4924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23560" y="1828800"/>
            <a:ext cx="1417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0" y="1828800"/>
            <a:ext cx="1417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19385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6928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編集する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0" y="1828800"/>
            <a:ext cx="1417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0" y="1828800"/>
            <a:ext cx="1417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19385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360920" y="24231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PDF出力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保存済みファイルを開く場合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417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657600"/>
            <a:ext cx="1417320" cy="54864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73075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94360" y="4069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65960" y="3840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A7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240280" y="3657600"/>
            <a:ext cx="1417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40280" y="3657600"/>
            <a:ext cx="1417320" cy="54864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41" name="Text 39"/>
          <p:cNvSpPr/>
          <p:nvPr/>
        </p:nvSpPr>
        <p:spPr>
          <a:xfrm>
            <a:off x="2240280" y="373075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2286000" y="4069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ファイル一覧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0" y="3840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A7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931920" y="3657600"/>
            <a:ext cx="1417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931920" y="3657600"/>
            <a:ext cx="1417320" cy="54864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0" y="373075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977640" y="4069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編集する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最近編集したファイルはホーム画面から直接開くこともできます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ホーム画面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24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08760" y="169164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マニュアル作成アプリ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788920"/>
            <a:ext cx="201168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88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新規作成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ファイル読み込み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749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最近のファイル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2011680" cy="27432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客室清掃マニュアル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22960" y="4297680"/>
            <a:ext cx="2011680" cy="27432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衛生チェックリスト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49040" y="1097280"/>
            <a:ext cx="4937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097280"/>
            <a:ext cx="73152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この画面でできること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023360" y="16459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新規作成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新しいマニュアルの作成を開始します。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業種・テンプレート選択画面に進みます。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ファイル読み込み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以前に保存したマニュアル一覧を表示します。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最近のファイル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直近5件のマニュアルがすぐ開けます。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ワンタップで前回の続きから編集再開。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業種・テンプレート選択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template selection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73152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業種を選択（8業種）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155448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8191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190195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55448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58191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90195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28600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31343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263347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228600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31343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60320" y="263347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301752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0449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336499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301752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0449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560320" y="336499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374904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776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8680" y="409651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374904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7764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60320" y="409651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051560"/>
            <a:ext cx="73152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テンプレート例（13種類）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92040" y="1554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356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基本手順書 / 衛生チェック / レシピカード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1920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清掃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23560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清掃手順書 / 点検チェックリスト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2286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2356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作業標準書 / 安全確認 / 品質検査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2651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処置手順書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017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宿泊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2356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客室清掃マニュアル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3383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安全作業手順書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2356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接客マニュアル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92040" y="4114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2356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授業計画書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マニュアル編集画面（全体像）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editor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このアプリの中心となる画面です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47472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タイトル入力 / 保存 / PDF出力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474720" cy="457200"/>
          </a:xfrm>
          <a:prstGeom prst="rect">
            <a:avLst/>
          </a:prstGeom>
          <a:solidFill>
            <a:srgbClr val="065A8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写真・文字・QR・手描きなどの操作ボタン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474720" cy="1554480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68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マニュアルの編集エリア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（紙のイメージで表示）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47472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ページ一覧・ページ追加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417320"/>
            <a:ext cx="4206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417320"/>
            <a:ext cx="73152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4つのエリアで構成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37490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上部バー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タイトル入力、保存、PDF出力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ツールバー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12種類の操作ボタン（2行配置）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編集エリア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紙のイメージ。写真・文字を自由に配置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ページ一覧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ページ切替・追加・削除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ツールバーの操作ボタン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buttons / 2 rows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コンテンツを追加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097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カメラ・フォルダから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91640" y="1325880"/>
            <a:ext cx="1097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91640" y="132588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編集して追加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写真＋文字・図形を一度に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34640" y="1325880"/>
            <a:ext cx="1097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34640" y="132588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🖼✎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834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画像を編集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03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既存の写真を再編集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77640" y="1325880"/>
            <a:ext cx="1097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132588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9776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77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文字入力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20640" y="1325880"/>
            <a:ext cx="1097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132588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20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話した内容を文字化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63640" y="1325880"/>
            <a:ext cx="1097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132588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🔳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63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URLを埋込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1325880"/>
            <a:ext cx="1097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06640" y="132588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7406640" y="1417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40664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手描き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52360" y="20116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指で描く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2: 表示・操作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315468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8640" y="3154680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🔍+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4864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拡大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表示倍率を上げる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48840" y="315468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148840" y="3154680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214884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🔍−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214884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縮小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19456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表示倍率を下げる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49040" y="315468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49040" y="3154680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6" name="Text 54"/>
          <p:cNvSpPr/>
          <p:nvPr/>
        </p:nvSpPr>
        <p:spPr>
          <a:xfrm>
            <a:off x="374904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↩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374904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元に戻す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79476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操作をやり直し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349240" y="315468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349240" y="3154680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1" name="Text 59"/>
          <p:cNvSpPr/>
          <p:nvPr/>
        </p:nvSpPr>
        <p:spPr>
          <a:xfrm>
            <a:off x="534924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↪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34924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やり直す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9496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戻した操作を再実行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49440" y="315468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949440" y="3154680"/>
            <a:ext cx="1554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🗑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949440" y="3611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995160" y="3840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選択中を消す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写真編集機能（Instagram風）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annotation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写真に文字や図形を入れて、見やすいマニュアルに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73152" cy="3200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追加できる要素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18745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テキスト（12〜48pt の6サイズ）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219456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矢印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251460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28346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1546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34747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379476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" y="411480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8016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チェックマーク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4173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41732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7色のカラーパレット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37760" y="19659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5394960" y="19659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Shape 38"/>
          <p:cNvSpPr/>
          <p:nvPr/>
        </p:nvSpPr>
        <p:spPr>
          <a:xfrm>
            <a:off x="5852160" y="196596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19659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6766560" y="19659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Shape 41"/>
          <p:cNvSpPr/>
          <p:nvPr/>
        </p:nvSpPr>
        <p:spPr>
          <a:xfrm>
            <a:off x="7223760" y="19659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Shape 42"/>
          <p:cNvSpPr/>
          <p:nvPr/>
        </p:nvSpPr>
        <p:spPr>
          <a:xfrm>
            <a:off x="7680960" y="1965960"/>
            <a:ext cx="365760" cy="365760"/>
          </a:xfrm>
          <a:prstGeom prst="ellipse">
            <a:avLst/>
          </a:prstGeom>
          <a:solidFill>
            <a:srgbClr val="1A1F36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文字・図形の色を自由に選択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0175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3017520"/>
            <a:ext cx="73152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便利な機能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92040" y="3429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写真追加時に編集できます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既存の写真も選んで編集可能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「✓ 完了」で1枚の画像に統合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キャンセルで元に戻せます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その他の便利機能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Drawing / QR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🎤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ボタンをタップ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60604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マイクボタンを押して話す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292608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自動で文字化される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24612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内容を確認して「追加」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日本語対応。文字入力が面倒な時に便利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10515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10515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✏️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33832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手描きモード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20440" y="228600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286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ボタンをタップ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20440" y="260604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色と太さを選ぶ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20440" y="292608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2926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指で自由に描く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20440" y="324612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「✓ 終了」で通常モードへ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2044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矢印や囲みなど、好きに書き込める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10515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105156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🔳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62179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355080" y="228600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2286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🔳 ボタンをタップ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55080" y="260604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7512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や テキストを入力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55080" y="292608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2926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7512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サイズを選ぶ（小/中/大）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55080" y="324612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5" name="Text 53"/>
          <p:cNvSpPr/>
          <p:nvPr/>
        </p:nvSpPr>
        <p:spPr>
          <a:xfrm>
            <a:off x="6355080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67512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「キャンバスに追加」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5508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動画URL埋込・現場から即アクセス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PDF出力・ファイル管理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output &amp; files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PDF出力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用紙サイズを選択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914400" cy="411480"/>
          </a:xfrm>
          <a:prstGeom prst="rect">
            <a:avLst/>
          </a:prstGeom>
          <a:solidFill>
            <a:srgbClr val="E8F4FD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74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83080" y="1874520"/>
            <a:ext cx="914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1874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88920" y="1874520"/>
            <a:ext cx="914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874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51460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全ページのプレビュー表示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ダウンロードして保存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または直接印刷（AirPrint等）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メール添付で共有も可能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ファイル管理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保存済み一覧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サムネイル付きで見やすい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検索・並び替え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タイトル検索／更新日順・作成日順・タイトル順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操作メニュー（⋯ボタン）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複製 / 📤 エクスポート / 🗑 削除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インポート機能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他端末のファイルを取り込める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基本的な使い方（新規作成）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1051560"/>
            <a:ext cx="7498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097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ホーム画面で「新規作成」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30759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アプリを開き、中央の「新規作成」ボタンをタップ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60934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093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1563624"/>
            <a:ext cx="7498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16093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業種を選ぶ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181965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8業種の中から、お客様の業種をタップ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12140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21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7280" y="2075688"/>
            <a:ext cx="7498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2121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テンプレートを選ぶ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3317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業種に合ったテンプレートの中から1つ選択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63347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2587752"/>
            <a:ext cx="7498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タイトルを入力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284378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画面上部のタイトル欄にマニュアル名を入力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14553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145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7280" y="3099816"/>
            <a:ext cx="7498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31455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写真・文字を追加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3558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ツールバーから📷 写真追加やAa テキストを使い、マニュアル本体を作成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97280" y="3611880"/>
            <a:ext cx="7498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3657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保存ボタンをタップ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38679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編集内容を端末に保存。以降はいつでも編集再開可能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16966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169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97280" y="4123944"/>
            <a:ext cx="7498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4169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PDFで出力（必要に応じて）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34440" y="437997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右上のPDFボタンから用紙サイズを選択してダウンロード・印刷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活用シーン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👷‍♂️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4630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現場で作業手順を記録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作業者が現場でスマホを使い、各工程を撮影しながらマニュアル化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手元に写真素材がなくてもすぐ作成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🎓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4864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新人教育資料の作成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ベテランの作業を撮影 → 重要ポイントに矢印・文字を追加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PDFで全新人に均一な教育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92608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✅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146304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チェックリストの運用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衛生・安全確認用のチェックリストテンプレートを活用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最初からチェック欄付き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92608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92608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📑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54864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紙マニュアルのデジタル化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既存の紙マニュアルを撮影 → アプリで補足 → PDFで共有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保管場所を取らず検索可能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ご検討のほどよろしくお願いいたします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お問い合わせ・導入に関するご相談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64008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公開URL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3108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iuy58754932-jpg.github.io/manual-app-demo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611880"/>
            <a:ext cx="64008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3611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611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対応デバイス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611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Android / PC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4114800"/>
            <a:ext cx="640080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4114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対応ブラウザ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/ Chrome / Edge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本資料は v1.6 時点のものです。機能はアップデートで拡張されます。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マニュアル作成アプリ ご紹介資料</dc:title>
  <dc:subject>PptxGenJS Presentation</dc:subject>
  <dc:creator>開発チーム</dc:creator>
  <cp:lastModifiedBy>開発チーム</cp:lastModifiedBy>
  <cp:revision>1</cp:revision>
  <dcterms:created xsi:type="dcterms:W3CDTF">2026-04-18T13:14:32Z</dcterms:created>
  <dcterms:modified xsi:type="dcterms:W3CDTF">2026-04-18T13:14:32Z</dcterms:modified>
</cp:coreProperties>
</file>